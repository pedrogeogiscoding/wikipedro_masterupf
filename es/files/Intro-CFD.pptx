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1"/>
  </p:sldMasterIdLst>
  <p:notesMasterIdLst>
    <p:notesMasterId r:id="rId17"/>
  </p:notesMasterIdLst>
  <p:handoutMasterIdLst>
    <p:handoutMasterId r:id="rId18"/>
  </p:handoutMasterIdLst>
  <p:sldIdLst>
    <p:sldId id="256" r:id="rId2"/>
    <p:sldId id="268" r:id="rId3"/>
    <p:sldId id="269" r:id="rId4"/>
    <p:sldId id="271" r:id="rId5"/>
    <p:sldId id="270" r:id="rId6"/>
    <p:sldId id="267" r:id="rId7"/>
    <p:sldId id="263" r:id="rId8"/>
    <p:sldId id="258" r:id="rId9"/>
    <p:sldId id="259" r:id="rId10"/>
    <p:sldId id="260" r:id="rId11"/>
    <p:sldId id="264" r:id="rId12"/>
    <p:sldId id="265" r:id="rId13"/>
    <p:sldId id="266" r:id="rId14"/>
    <p:sldId id="261" r:id="rId15"/>
    <p:sldId id="272" r:id="rId16"/>
  </p:sldIdLst>
  <p:sldSz cx="9144000" cy="6858000" type="screen4x3"/>
  <p:notesSz cx="6669088" cy="9775825"/>
  <p:defaultTextStyle>
    <a:defPPr>
      <a:defRPr lang="es-E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4738" autoAdjust="0"/>
  </p:normalViewPr>
  <p:slideViewPr>
    <p:cSldViewPr>
      <p:cViewPr varScale="1">
        <p:scale>
          <a:sx n="48" d="100"/>
          <a:sy n="48" d="100"/>
        </p:scale>
        <p:origin x="1800" y="3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C3CCE5C6-8DFD-A310-CFF0-F9AA2D0BF75F}"/>
              </a:ext>
            </a:extLst>
          </p:cNvPr>
          <p:cNvSpPr>
            <a:spLocks noGrp="1" noChangeArrowheads="1"/>
          </p:cNvSpPr>
          <p:nvPr>
            <p:ph type="hdr" sz="quarter"/>
          </p:nvPr>
        </p:nvSpPr>
        <p:spPr bwMode="auto">
          <a:xfrm>
            <a:off x="0" y="0"/>
            <a:ext cx="2889250" cy="4889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Arial" charset="0"/>
              </a:defRPr>
            </a:lvl1pPr>
          </a:lstStyle>
          <a:p>
            <a:pPr>
              <a:defRPr/>
            </a:pPr>
            <a:endParaRPr lang="ca-ES"/>
          </a:p>
        </p:txBody>
      </p:sp>
      <p:sp>
        <p:nvSpPr>
          <p:cNvPr id="19459" name="Rectangle 3">
            <a:extLst>
              <a:ext uri="{FF2B5EF4-FFF2-40B4-BE49-F238E27FC236}">
                <a16:creationId xmlns:a16="http://schemas.microsoft.com/office/drawing/2014/main" id="{2DC0BDFE-71E7-9226-5394-9E180A67D4B5}"/>
              </a:ext>
            </a:extLst>
          </p:cNvPr>
          <p:cNvSpPr>
            <a:spLocks noGrp="1" noChangeArrowheads="1"/>
          </p:cNvSpPr>
          <p:nvPr>
            <p:ph type="dt" sz="quarter" idx="1"/>
          </p:nvPr>
        </p:nvSpPr>
        <p:spPr bwMode="auto">
          <a:xfrm>
            <a:off x="3778250" y="0"/>
            <a:ext cx="2889250" cy="4889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Arial" charset="0"/>
              </a:defRPr>
            </a:lvl1pPr>
          </a:lstStyle>
          <a:p>
            <a:pPr>
              <a:defRPr/>
            </a:pPr>
            <a:fld id="{D6388B2E-D550-4254-9A79-AEA8611781B1}" type="datetimeFigureOut">
              <a:rPr lang="ca-ES"/>
              <a:pPr>
                <a:defRPr/>
              </a:pPr>
              <a:t>8/10/2025</a:t>
            </a:fld>
            <a:endParaRPr lang="ca-ES"/>
          </a:p>
        </p:txBody>
      </p:sp>
      <p:sp>
        <p:nvSpPr>
          <p:cNvPr id="19460" name="Rectangle 4">
            <a:extLst>
              <a:ext uri="{FF2B5EF4-FFF2-40B4-BE49-F238E27FC236}">
                <a16:creationId xmlns:a16="http://schemas.microsoft.com/office/drawing/2014/main" id="{F6E22A09-F2DC-09EC-AE78-3C6CE0FA08AC}"/>
              </a:ext>
            </a:extLst>
          </p:cNvPr>
          <p:cNvSpPr>
            <a:spLocks noGrp="1" noChangeArrowheads="1"/>
          </p:cNvSpPr>
          <p:nvPr>
            <p:ph type="ftr" sz="quarter" idx="2"/>
          </p:nvPr>
        </p:nvSpPr>
        <p:spPr bwMode="auto">
          <a:xfrm>
            <a:off x="0" y="9285288"/>
            <a:ext cx="2889250" cy="4889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Arial" charset="0"/>
              </a:defRPr>
            </a:lvl1pPr>
          </a:lstStyle>
          <a:p>
            <a:pPr>
              <a:defRPr/>
            </a:pPr>
            <a:endParaRPr lang="ca-ES"/>
          </a:p>
        </p:txBody>
      </p:sp>
      <p:sp>
        <p:nvSpPr>
          <p:cNvPr id="19461" name="Rectangle 5">
            <a:extLst>
              <a:ext uri="{FF2B5EF4-FFF2-40B4-BE49-F238E27FC236}">
                <a16:creationId xmlns:a16="http://schemas.microsoft.com/office/drawing/2014/main" id="{7AEB7DF5-B3F6-50BF-6CAC-7FB9373F088B}"/>
              </a:ext>
            </a:extLst>
          </p:cNvPr>
          <p:cNvSpPr>
            <a:spLocks noGrp="1" noChangeArrowheads="1"/>
          </p:cNvSpPr>
          <p:nvPr>
            <p:ph type="sldNum" sz="quarter" idx="3"/>
          </p:nvPr>
        </p:nvSpPr>
        <p:spPr bwMode="auto">
          <a:xfrm>
            <a:off x="3778250" y="9285288"/>
            <a:ext cx="2889250" cy="4889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5B812F38-4EF8-40E2-91F4-C04F79758CBB}" type="slidenum">
              <a:rPr lang="ca-ES" altLang="es-ES"/>
              <a:pPr/>
              <a:t>‹#›</a:t>
            </a:fld>
            <a:endParaRPr lang="ca-ES" altLang="es-E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1 Marcador de encabezado">
            <a:extLst>
              <a:ext uri="{FF2B5EF4-FFF2-40B4-BE49-F238E27FC236}">
                <a16:creationId xmlns:a16="http://schemas.microsoft.com/office/drawing/2014/main" id="{BD996BC3-985A-2A4C-0289-A6E7B57935F7}"/>
              </a:ext>
            </a:extLst>
          </p:cNvPr>
          <p:cNvSpPr>
            <a:spLocks noGrp="1"/>
          </p:cNvSpPr>
          <p:nvPr>
            <p:ph type="hdr" sz="quarter"/>
          </p:nvPr>
        </p:nvSpPr>
        <p:spPr>
          <a:xfrm>
            <a:off x="0" y="0"/>
            <a:ext cx="2889250" cy="488950"/>
          </a:xfrm>
          <a:prstGeom prst="rect">
            <a:avLst/>
          </a:prstGeom>
        </p:spPr>
        <p:txBody>
          <a:bodyPr vert="horz" lIns="91440" tIns="45720" rIns="91440" bIns="45720" rtlCol="0"/>
          <a:lstStyle>
            <a:lvl1pPr algn="l" eaLnBrk="1" hangingPunct="1">
              <a:defRPr sz="1200">
                <a:latin typeface="Arial" charset="0"/>
              </a:defRPr>
            </a:lvl1pPr>
          </a:lstStyle>
          <a:p>
            <a:pPr>
              <a:defRPr/>
            </a:pPr>
            <a:endParaRPr lang="es-ES"/>
          </a:p>
        </p:txBody>
      </p:sp>
      <p:sp>
        <p:nvSpPr>
          <p:cNvPr id="3" name="2 Marcador de fecha">
            <a:extLst>
              <a:ext uri="{FF2B5EF4-FFF2-40B4-BE49-F238E27FC236}">
                <a16:creationId xmlns:a16="http://schemas.microsoft.com/office/drawing/2014/main" id="{6497B658-79B1-8FC8-C6BC-9B4210FE4BE9}"/>
              </a:ext>
            </a:extLst>
          </p:cNvPr>
          <p:cNvSpPr>
            <a:spLocks noGrp="1"/>
          </p:cNvSpPr>
          <p:nvPr>
            <p:ph type="dt" idx="1"/>
          </p:nvPr>
        </p:nvSpPr>
        <p:spPr>
          <a:xfrm>
            <a:off x="3778250" y="0"/>
            <a:ext cx="2889250" cy="488950"/>
          </a:xfrm>
          <a:prstGeom prst="rect">
            <a:avLst/>
          </a:prstGeom>
        </p:spPr>
        <p:txBody>
          <a:bodyPr vert="horz" lIns="91440" tIns="45720" rIns="91440" bIns="45720" rtlCol="0"/>
          <a:lstStyle>
            <a:lvl1pPr algn="r" eaLnBrk="1" hangingPunct="1">
              <a:defRPr sz="1200">
                <a:latin typeface="Arial" charset="0"/>
              </a:defRPr>
            </a:lvl1pPr>
          </a:lstStyle>
          <a:p>
            <a:pPr>
              <a:defRPr/>
            </a:pPr>
            <a:fld id="{ED695DE7-95B1-4360-9B85-E85828527687}" type="datetimeFigureOut">
              <a:rPr lang="es-ES"/>
              <a:pPr>
                <a:defRPr/>
              </a:pPr>
              <a:t>08/10/2025</a:t>
            </a:fld>
            <a:endParaRPr lang="es-ES"/>
          </a:p>
        </p:txBody>
      </p:sp>
      <p:sp>
        <p:nvSpPr>
          <p:cNvPr id="4" name="3 Marcador de imagen de diapositiva">
            <a:extLst>
              <a:ext uri="{FF2B5EF4-FFF2-40B4-BE49-F238E27FC236}">
                <a16:creationId xmlns:a16="http://schemas.microsoft.com/office/drawing/2014/main" id="{87DEF277-1539-9600-2F04-F69FC4128B48}"/>
              </a:ext>
            </a:extLst>
          </p:cNvPr>
          <p:cNvSpPr>
            <a:spLocks noGrp="1" noRot="1" noChangeAspect="1"/>
          </p:cNvSpPr>
          <p:nvPr>
            <p:ph type="sldImg" idx="2"/>
          </p:nvPr>
        </p:nvSpPr>
        <p:spPr>
          <a:xfrm>
            <a:off x="892175" y="733425"/>
            <a:ext cx="4884738" cy="3665538"/>
          </a:xfrm>
          <a:prstGeom prst="rect">
            <a:avLst/>
          </a:prstGeom>
          <a:noFill/>
          <a:ln w="12700">
            <a:solidFill>
              <a:prstClr val="black"/>
            </a:solidFill>
          </a:ln>
        </p:spPr>
        <p:txBody>
          <a:bodyPr vert="horz" lIns="91440" tIns="45720" rIns="91440" bIns="45720" rtlCol="0" anchor="ctr"/>
          <a:lstStyle/>
          <a:p>
            <a:pPr lvl="0"/>
            <a:endParaRPr lang="es-ES" noProof="0"/>
          </a:p>
        </p:txBody>
      </p:sp>
      <p:sp>
        <p:nvSpPr>
          <p:cNvPr id="5" name="4 Marcador de notas">
            <a:extLst>
              <a:ext uri="{FF2B5EF4-FFF2-40B4-BE49-F238E27FC236}">
                <a16:creationId xmlns:a16="http://schemas.microsoft.com/office/drawing/2014/main" id="{0057DBEF-4549-0E09-537E-944D5E7A5064}"/>
              </a:ext>
            </a:extLst>
          </p:cNvPr>
          <p:cNvSpPr>
            <a:spLocks noGrp="1"/>
          </p:cNvSpPr>
          <p:nvPr>
            <p:ph type="body" sz="quarter" idx="3"/>
          </p:nvPr>
        </p:nvSpPr>
        <p:spPr>
          <a:xfrm>
            <a:off x="666750" y="4643438"/>
            <a:ext cx="5335588" cy="4398962"/>
          </a:xfrm>
          <a:prstGeom prst="rect">
            <a:avLst/>
          </a:prstGeom>
        </p:spPr>
        <p:txBody>
          <a:bodyPr vert="horz" lIns="91440" tIns="45720" rIns="91440" bIns="45720" rtlCol="0"/>
          <a:lstStyle/>
          <a:p>
            <a:pPr lvl="0"/>
            <a:r>
              <a:rPr lang="es-ES" noProof="0"/>
              <a:t>Haga clic para modificar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p>
        </p:txBody>
      </p:sp>
      <p:sp>
        <p:nvSpPr>
          <p:cNvPr id="6" name="5 Marcador de pie de página">
            <a:extLst>
              <a:ext uri="{FF2B5EF4-FFF2-40B4-BE49-F238E27FC236}">
                <a16:creationId xmlns:a16="http://schemas.microsoft.com/office/drawing/2014/main" id="{E18BA596-182C-C7DC-6514-996533DEEB08}"/>
              </a:ext>
            </a:extLst>
          </p:cNvPr>
          <p:cNvSpPr>
            <a:spLocks noGrp="1"/>
          </p:cNvSpPr>
          <p:nvPr>
            <p:ph type="ftr" sz="quarter" idx="4"/>
          </p:nvPr>
        </p:nvSpPr>
        <p:spPr>
          <a:xfrm>
            <a:off x="0" y="9285288"/>
            <a:ext cx="2889250" cy="488950"/>
          </a:xfrm>
          <a:prstGeom prst="rect">
            <a:avLst/>
          </a:prstGeom>
        </p:spPr>
        <p:txBody>
          <a:bodyPr vert="horz" lIns="91440" tIns="45720" rIns="91440" bIns="45720" rtlCol="0" anchor="b"/>
          <a:lstStyle>
            <a:lvl1pPr algn="l" eaLnBrk="1" hangingPunct="1">
              <a:defRPr sz="1200">
                <a:latin typeface="Arial" charset="0"/>
              </a:defRPr>
            </a:lvl1pPr>
          </a:lstStyle>
          <a:p>
            <a:pPr>
              <a:defRPr/>
            </a:pPr>
            <a:endParaRPr lang="es-ES"/>
          </a:p>
        </p:txBody>
      </p:sp>
      <p:sp>
        <p:nvSpPr>
          <p:cNvPr id="7" name="6 Marcador de número de diapositiva">
            <a:extLst>
              <a:ext uri="{FF2B5EF4-FFF2-40B4-BE49-F238E27FC236}">
                <a16:creationId xmlns:a16="http://schemas.microsoft.com/office/drawing/2014/main" id="{AD468C7F-55E5-A817-F508-8AE75A40EA81}"/>
              </a:ext>
            </a:extLst>
          </p:cNvPr>
          <p:cNvSpPr>
            <a:spLocks noGrp="1"/>
          </p:cNvSpPr>
          <p:nvPr>
            <p:ph type="sldNum" sz="quarter" idx="5"/>
          </p:nvPr>
        </p:nvSpPr>
        <p:spPr>
          <a:xfrm>
            <a:off x="3778250" y="9285288"/>
            <a:ext cx="2889250" cy="48895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18C3BAE9-DA49-4C49-9FED-3DBBA147EB5E}" type="slidenum">
              <a:rPr lang="es-ES" altLang="es-ES"/>
              <a:pPr/>
              <a:t>‹#›</a:t>
            </a:fld>
            <a:endParaRPr lang="es-ES" altLang="es-E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1 Marcador de imagen de diapositiva">
            <a:extLst>
              <a:ext uri="{FF2B5EF4-FFF2-40B4-BE49-F238E27FC236}">
                <a16:creationId xmlns:a16="http://schemas.microsoft.com/office/drawing/2014/main" id="{36E3CE8A-9E72-B05F-D04F-88A27C4A105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5" name="2 Marcador de notas">
            <a:extLst>
              <a:ext uri="{FF2B5EF4-FFF2-40B4-BE49-F238E27FC236}">
                <a16:creationId xmlns:a16="http://schemas.microsoft.com/office/drawing/2014/main" id="{A55D03A8-5AD1-BE50-09F0-72DB9FA98F9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s-ES" altLang="ca-ES"/>
              <a:t>Iindicar que farem més èmfasi en el curículum d’ESO que en el de batxillerat (tot i que els de batxillerat ja els treballareu quan prepareu les UD corresponets).</a:t>
            </a:r>
          </a:p>
          <a:p>
            <a:pPr eaLnBrk="1" hangingPunct="1"/>
            <a:endParaRPr lang="es-ES" altLang="ca-ES"/>
          </a:p>
          <a:p>
            <a:pPr eaLnBrk="1" hangingPunct="1"/>
            <a:r>
              <a:rPr lang="es-ES" altLang="ca-ES"/>
              <a:t>En aquest sentit, també dedicarem un temps a analitzar la prova de competències bàsiques que es reslitza des de fa dos cursos a Catalunya</a:t>
            </a:r>
          </a:p>
        </p:txBody>
      </p:sp>
      <p:sp>
        <p:nvSpPr>
          <p:cNvPr id="18436" name="3 Marcador de número de diapositiva">
            <a:extLst>
              <a:ext uri="{FF2B5EF4-FFF2-40B4-BE49-F238E27FC236}">
                <a16:creationId xmlns:a16="http://schemas.microsoft.com/office/drawing/2014/main" id="{F51EF687-8D55-52E6-37BB-0C4C797078C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65CCF8-8661-416F-AB2A-63C11BBCEC17}" type="slidenum">
              <a:rPr lang="es-ES" altLang="ca-ES">
                <a:latin typeface="Arial" panose="020B0604020202020204" pitchFamily="34" charset="0"/>
              </a:rPr>
              <a:pPr>
                <a:spcBef>
                  <a:spcPct val="0"/>
                </a:spcBef>
              </a:pPr>
              <a:t>7</a:t>
            </a:fld>
            <a:endParaRPr lang="es-ES" altLang="ca-E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1 Marcador de imagen de diapositiva">
            <a:extLst>
              <a:ext uri="{FF2B5EF4-FFF2-40B4-BE49-F238E27FC236}">
                <a16:creationId xmlns:a16="http://schemas.microsoft.com/office/drawing/2014/main" id="{23ABFEC0-74C2-D96E-1E07-6ACC881E014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2 Marcador de notas">
            <a:extLst>
              <a:ext uri="{FF2B5EF4-FFF2-40B4-BE49-F238E27FC236}">
                <a16:creationId xmlns:a16="http://schemas.microsoft.com/office/drawing/2014/main" id="{A2A9124E-9831-6CB2-A60C-BFCD215C520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ca-ES" altLang="ca-ES"/>
          </a:p>
        </p:txBody>
      </p:sp>
      <p:sp>
        <p:nvSpPr>
          <p:cNvPr id="19460" name="3 Marcador de número de diapositiva">
            <a:extLst>
              <a:ext uri="{FF2B5EF4-FFF2-40B4-BE49-F238E27FC236}">
                <a16:creationId xmlns:a16="http://schemas.microsoft.com/office/drawing/2014/main" id="{78BE4A4B-E5A6-E986-B970-BD2A5CA64E1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1BCF768-6AEF-45D5-B2E5-E336A9D1FC03}" type="slidenum">
              <a:rPr lang="es-ES" altLang="ca-ES">
                <a:latin typeface="Arial" panose="020B0604020202020204" pitchFamily="34" charset="0"/>
              </a:rPr>
              <a:pPr>
                <a:spcBef>
                  <a:spcPct val="0"/>
                </a:spcBef>
              </a:pPr>
              <a:t>8</a:t>
            </a:fld>
            <a:endParaRPr lang="es-ES" altLang="ca-E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1 Marcador de imagen de diapositiva">
            <a:extLst>
              <a:ext uri="{FF2B5EF4-FFF2-40B4-BE49-F238E27FC236}">
                <a16:creationId xmlns:a16="http://schemas.microsoft.com/office/drawing/2014/main" id="{1E4CBE9F-D037-53BB-713C-AEBDE9C2EE0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2 Marcador de notas">
            <a:extLst>
              <a:ext uri="{FF2B5EF4-FFF2-40B4-BE49-F238E27FC236}">
                <a16:creationId xmlns:a16="http://schemas.microsoft.com/office/drawing/2014/main" id="{B3DF12CC-2E9D-39AB-2673-9C7B9A215C5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s-ES" altLang="es-ES"/>
              <a:t>Oficialment l’asignatura està dissenyada per cursar els blocs que no es corresponen amb la graduació d’entrada al màster, però, com també es tractaran aspectos didàctics, recursos… és pena que es perdin. Per tant, nosaltres recomanem que us apunteu als blocs complementaris a la vostra titulació i us animem a asistir com a oients als altres dos. </a:t>
            </a:r>
          </a:p>
        </p:txBody>
      </p:sp>
      <p:sp>
        <p:nvSpPr>
          <p:cNvPr id="20484" name="3 Marcador de número de diapositiva">
            <a:extLst>
              <a:ext uri="{FF2B5EF4-FFF2-40B4-BE49-F238E27FC236}">
                <a16:creationId xmlns:a16="http://schemas.microsoft.com/office/drawing/2014/main" id="{D69DFA14-14EB-065C-885B-6F228A19698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3D4A0124-62FA-445C-8E9C-15BD0EEA2A52}" type="slidenum">
              <a:rPr lang="es-ES" altLang="es-ES">
                <a:latin typeface="Arial" panose="020B0604020202020204" pitchFamily="34" charset="0"/>
              </a:rPr>
              <a:pPr>
                <a:spcBef>
                  <a:spcPct val="0"/>
                </a:spcBef>
              </a:pPr>
              <a:t>11</a:t>
            </a:fld>
            <a:endParaRPr lang="es-ES" altLang="es-E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Marcador de imagen de diapositiva 1">
            <a:extLst>
              <a:ext uri="{FF2B5EF4-FFF2-40B4-BE49-F238E27FC236}">
                <a16:creationId xmlns:a16="http://schemas.microsoft.com/office/drawing/2014/main" id="{32F60F20-44B9-47ED-D284-2B66F7093FD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Marcador de notas 2">
            <a:extLst>
              <a:ext uri="{FF2B5EF4-FFF2-40B4-BE49-F238E27FC236}">
                <a16:creationId xmlns:a16="http://schemas.microsoft.com/office/drawing/2014/main" id="{4A158410-B92E-4283-7346-95AB27FA29C4}"/>
              </a:ext>
            </a:extLst>
          </p:cNvPr>
          <p:cNvSpPr>
            <a:spLocks noGrp="1"/>
          </p:cNvSpPr>
          <p:nvPr>
            <p:ph type="body" idx="1"/>
          </p:nvPr>
        </p:nvSpPr>
        <p:spPr/>
        <p:txBody>
          <a:bodyPr/>
          <a:lstStyle/>
          <a:p>
            <a:pPr>
              <a:lnSpc>
                <a:spcPct val="150000"/>
              </a:lnSpc>
              <a:buFont typeface="Wingdings" panose="05000000000000000000" pitchFamily="2" charset="2"/>
              <a:buNone/>
              <a:defRPr/>
            </a:pPr>
            <a:r>
              <a:rPr lang="es-ES" dirty="0">
                <a:solidFill>
                  <a:schemeClr val="tx1">
                    <a:lumMod val="75000"/>
                    <a:lumOff val="25000"/>
                  </a:schemeClr>
                </a:solidFill>
              </a:rPr>
              <a:t>Fase 1: examen individual</a:t>
            </a:r>
          </a:p>
          <a:p>
            <a:pPr>
              <a:lnSpc>
                <a:spcPct val="150000"/>
              </a:lnSpc>
              <a:buFont typeface="Wingdings" panose="05000000000000000000" pitchFamily="2" charset="2"/>
              <a:buNone/>
              <a:defRPr/>
            </a:pPr>
            <a:r>
              <a:rPr lang="es-ES" dirty="0">
                <a:solidFill>
                  <a:schemeClr val="tx1">
                    <a:lumMod val="75000"/>
                    <a:lumOff val="25000"/>
                  </a:schemeClr>
                </a:solidFill>
              </a:rPr>
              <a:t>Fase 2: </a:t>
            </a:r>
            <a:r>
              <a:rPr lang="ca-ES" dirty="0">
                <a:solidFill>
                  <a:schemeClr val="tx1">
                    <a:lumMod val="75000"/>
                    <a:lumOff val="25000"/>
                  </a:schemeClr>
                </a:solidFill>
              </a:rPr>
              <a:t>després</a:t>
            </a:r>
            <a:r>
              <a:rPr lang="es-ES" dirty="0">
                <a:solidFill>
                  <a:schemeClr val="tx1">
                    <a:lumMod val="75000"/>
                    <a:lumOff val="25000"/>
                  </a:schemeClr>
                </a:solidFill>
              </a:rPr>
              <a:t> de presentar </a:t>
            </a:r>
            <a:r>
              <a:rPr lang="ca-ES" dirty="0">
                <a:solidFill>
                  <a:schemeClr val="tx1">
                    <a:lumMod val="75000"/>
                    <a:lumOff val="25000"/>
                  </a:schemeClr>
                </a:solidFill>
              </a:rPr>
              <a:t>l’examen</a:t>
            </a:r>
            <a:r>
              <a:rPr lang="es-ES" dirty="0">
                <a:solidFill>
                  <a:schemeClr val="tx1">
                    <a:lumMod val="75000"/>
                    <a:lumOff val="25000"/>
                  </a:schemeClr>
                </a:solidFill>
              </a:rPr>
              <a:t> individual, es </a:t>
            </a:r>
            <a:r>
              <a:rPr lang="es-ES" dirty="0" err="1">
                <a:solidFill>
                  <a:schemeClr val="tx1">
                    <a:lumMod val="75000"/>
                    <a:lumOff val="25000"/>
                  </a:schemeClr>
                </a:solidFill>
              </a:rPr>
              <a:t>resolt</a:t>
            </a:r>
            <a:r>
              <a:rPr lang="es-ES" dirty="0">
                <a:solidFill>
                  <a:schemeClr val="tx1">
                    <a:lumMod val="75000"/>
                    <a:lumOff val="25000"/>
                  </a:schemeClr>
                </a:solidFill>
              </a:rPr>
              <a:t> el </a:t>
            </a:r>
            <a:r>
              <a:rPr lang="es-ES" dirty="0" err="1">
                <a:solidFill>
                  <a:schemeClr val="tx1">
                    <a:lumMod val="75000"/>
                    <a:lumOff val="25000"/>
                  </a:schemeClr>
                </a:solidFill>
              </a:rPr>
              <a:t>mateix</a:t>
            </a:r>
            <a:r>
              <a:rPr lang="es-ES" dirty="0">
                <a:solidFill>
                  <a:schemeClr val="tx1">
                    <a:lumMod val="75000"/>
                    <a:lumOff val="25000"/>
                  </a:schemeClr>
                </a:solidFill>
              </a:rPr>
              <a:t> examen o similar en </a:t>
            </a:r>
            <a:r>
              <a:rPr lang="es-ES" dirty="0" err="1">
                <a:solidFill>
                  <a:schemeClr val="tx1">
                    <a:lumMod val="75000"/>
                    <a:lumOff val="25000"/>
                  </a:schemeClr>
                </a:solidFill>
              </a:rPr>
              <a:t>grups</a:t>
            </a:r>
            <a:r>
              <a:rPr lang="es-ES" dirty="0">
                <a:solidFill>
                  <a:schemeClr val="tx1">
                    <a:lumMod val="75000"/>
                    <a:lumOff val="25000"/>
                  </a:schemeClr>
                </a:solidFill>
              </a:rPr>
              <a:t> </a:t>
            </a:r>
            <a:r>
              <a:rPr lang="es-ES" dirty="0" err="1">
                <a:solidFill>
                  <a:schemeClr val="tx1">
                    <a:lumMod val="75000"/>
                    <a:lumOff val="25000"/>
                  </a:schemeClr>
                </a:solidFill>
              </a:rPr>
              <a:t>petits</a:t>
            </a:r>
            <a:endParaRPr lang="es-ES" dirty="0">
              <a:solidFill>
                <a:schemeClr val="tx1">
                  <a:lumMod val="75000"/>
                  <a:lumOff val="25000"/>
                </a:schemeClr>
              </a:solidFill>
            </a:endParaRPr>
          </a:p>
          <a:p>
            <a:pPr>
              <a:lnSpc>
                <a:spcPct val="150000"/>
              </a:lnSpc>
              <a:buFont typeface="Wingdings" panose="05000000000000000000" pitchFamily="2" charset="2"/>
              <a:buNone/>
              <a:defRPr/>
            </a:pPr>
            <a:endParaRPr lang="es-ES" dirty="0">
              <a:solidFill>
                <a:schemeClr val="tx1">
                  <a:lumMod val="75000"/>
                  <a:lumOff val="25000"/>
                </a:schemeClr>
              </a:solidFill>
            </a:endParaRPr>
          </a:p>
          <a:p>
            <a:pPr>
              <a:lnSpc>
                <a:spcPct val="150000"/>
              </a:lnSpc>
              <a:buFont typeface="Wingdings" panose="05000000000000000000" pitchFamily="2" charset="2"/>
              <a:buNone/>
              <a:defRPr/>
            </a:pPr>
            <a:r>
              <a:rPr lang="es-ES" dirty="0" err="1">
                <a:solidFill>
                  <a:schemeClr val="tx1">
                    <a:lumMod val="75000"/>
                    <a:lumOff val="25000"/>
                  </a:schemeClr>
                </a:solidFill>
              </a:rPr>
              <a:t>Temps</a:t>
            </a:r>
            <a:r>
              <a:rPr lang="es-ES" dirty="0">
                <a:solidFill>
                  <a:schemeClr val="tx1">
                    <a:lumMod val="75000"/>
                    <a:lumOff val="25000"/>
                  </a:schemeClr>
                </a:solidFill>
              </a:rPr>
              <a:t>: 2/3 individual + 1/3 </a:t>
            </a:r>
            <a:r>
              <a:rPr lang="es-ES" dirty="0" err="1">
                <a:solidFill>
                  <a:schemeClr val="tx1">
                    <a:lumMod val="75000"/>
                    <a:lumOff val="25000"/>
                  </a:schemeClr>
                </a:solidFill>
              </a:rPr>
              <a:t>grup</a:t>
            </a:r>
            <a:endParaRPr lang="es-ES" dirty="0">
              <a:solidFill>
                <a:schemeClr val="tx1">
                  <a:lumMod val="75000"/>
                  <a:lumOff val="25000"/>
                </a:schemeClr>
              </a:solidFill>
            </a:endParaRPr>
          </a:p>
          <a:p>
            <a:pPr>
              <a:lnSpc>
                <a:spcPct val="150000"/>
              </a:lnSpc>
              <a:buFont typeface="Wingdings" panose="05000000000000000000" pitchFamily="2" charset="2"/>
              <a:buNone/>
              <a:defRPr/>
            </a:pPr>
            <a:endParaRPr lang="es-ES" dirty="0">
              <a:solidFill>
                <a:schemeClr val="tx1">
                  <a:lumMod val="75000"/>
                  <a:lumOff val="25000"/>
                </a:schemeClr>
              </a:solidFill>
            </a:endParaRPr>
          </a:p>
          <a:p>
            <a:pPr>
              <a:lnSpc>
                <a:spcPct val="150000"/>
              </a:lnSpc>
              <a:buFont typeface="Wingdings" panose="05000000000000000000" pitchFamily="2" charset="2"/>
              <a:buNone/>
              <a:defRPr/>
            </a:pPr>
            <a:r>
              <a:rPr lang="es-ES" dirty="0">
                <a:solidFill>
                  <a:schemeClr val="tx1">
                    <a:lumMod val="75000"/>
                    <a:lumOff val="25000"/>
                  </a:schemeClr>
                </a:solidFill>
              </a:rPr>
              <a:t>Un </a:t>
            </a:r>
            <a:r>
              <a:rPr lang="es-ES" dirty="0" err="1">
                <a:solidFill>
                  <a:schemeClr val="tx1">
                    <a:lumMod val="75000"/>
                    <a:lumOff val="25000"/>
                  </a:schemeClr>
                </a:solidFill>
              </a:rPr>
              <a:t>únic</a:t>
            </a:r>
            <a:r>
              <a:rPr lang="es-ES" dirty="0">
                <a:solidFill>
                  <a:schemeClr val="tx1">
                    <a:lumMod val="75000"/>
                    <a:lumOff val="25000"/>
                  </a:schemeClr>
                </a:solidFill>
              </a:rPr>
              <a:t> examen per </a:t>
            </a:r>
            <a:r>
              <a:rPr lang="es-ES" dirty="0" err="1">
                <a:solidFill>
                  <a:schemeClr val="tx1">
                    <a:lumMod val="75000"/>
                    <a:lumOff val="25000"/>
                  </a:schemeClr>
                </a:solidFill>
              </a:rPr>
              <a:t>grup</a:t>
            </a:r>
            <a:r>
              <a:rPr lang="es-ES" dirty="0">
                <a:solidFill>
                  <a:schemeClr val="tx1">
                    <a:lumMod val="75000"/>
                    <a:lumOff val="25000"/>
                  </a:schemeClr>
                </a:solidFill>
              </a:rPr>
              <a:t> (</a:t>
            </a:r>
            <a:r>
              <a:rPr lang="es-ES" dirty="0" err="1">
                <a:solidFill>
                  <a:schemeClr val="tx1">
                    <a:lumMod val="75000"/>
                    <a:lumOff val="25000"/>
                  </a:schemeClr>
                </a:solidFill>
              </a:rPr>
              <a:t>lletra</a:t>
            </a:r>
            <a:r>
              <a:rPr lang="es-ES" dirty="0">
                <a:solidFill>
                  <a:schemeClr val="tx1">
                    <a:lumMod val="75000"/>
                    <a:lumOff val="25000"/>
                  </a:schemeClr>
                </a:solidFill>
              </a:rPr>
              <a:t> gran, </a:t>
            </a:r>
            <a:r>
              <a:rPr lang="es-ES" dirty="0" err="1">
                <a:solidFill>
                  <a:schemeClr val="tx1">
                    <a:lumMod val="75000"/>
                    <a:lumOff val="25000"/>
                  </a:schemeClr>
                </a:solidFill>
              </a:rPr>
              <a:t>espai</a:t>
            </a:r>
            <a:r>
              <a:rPr lang="es-ES" dirty="0">
                <a:solidFill>
                  <a:schemeClr val="tx1">
                    <a:lumMod val="75000"/>
                    <a:lumOff val="25000"/>
                  </a:schemeClr>
                </a:solidFill>
              </a:rPr>
              <a:t> </a:t>
            </a:r>
            <a:r>
              <a:rPr lang="es-ES" dirty="0" err="1">
                <a:solidFill>
                  <a:schemeClr val="tx1">
                    <a:lumMod val="75000"/>
                    <a:lumOff val="25000"/>
                  </a:schemeClr>
                </a:solidFill>
              </a:rPr>
              <a:t>pels</a:t>
            </a:r>
            <a:r>
              <a:rPr lang="es-ES" dirty="0">
                <a:solidFill>
                  <a:schemeClr val="tx1">
                    <a:lumMod val="75000"/>
                    <a:lumOff val="25000"/>
                  </a:schemeClr>
                </a:solidFill>
              </a:rPr>
              <a:t> 4 </a:t>
            </a:r>
            <a:r>
              <a:rPr lang="es-ES" dirty="0" err="1">
                <a:solidFill>
                  <a:schemeClr val="tx1">
                    <a:lumMod val="75000"/>
                    <a:lumOff val="25000"/>
                  </a:schemeClr>
                </a:solidFill>
              </a:rPr>
              <a:t>noms</a:t>
            </a:r>
            <a:r>
              <a:rPr lang="es-ES" dirty="0">
                <a:solidFill>
                  <a:schemeClr val="tx1">
                    <a:lumMod val="75000"/>
                    <a:lumOff val="25000"/>
                  </a:schemeClr>
                </a:solidFill>
              </a:rPr>
              <a:t> i </a:t>
            </a:r>
            <a:r>
              <a:rPr lang="es-ES" dirty="0" err="1">
                <a:solidFill>
                  <a:schemeClr val="tx1">
                    <a:lumMod val="75000"/>
                    <a:lumOff val="25000"/>
                  </a:schemeClr>
                </a:solidFill>
              </a:rPr>
              <a:t>NIAs</a:t>
            </a:r>
            <a:r>
              <a:rPr lang="es-ES" dirty="0">
                <a:solidFill>
                  <a:schemeClr val="tx1">
                    <a:lumMod val="75000"/>
                    <a:lumOff val="25000"/>
                  </a:schemeClr>
                </a:solidFill>
              </a:rPr>
              <a:t>, nº de </a:t>
            </a:r>
            <a:r>
              <a:rPr lang="es-ES" dirty="0" err="1">
                <a:solidFill>
                  <a:schemeClr val="tx1">
                    <a:lumMod val="75000"/>
                    <a:lumOff val="25000"/>
                  </a:schemeClr>
                </a:solidFill>
              </a:rPr>
              <a:t>grup</a:t>
            </a:r>
            <a:r>
              <a:rPr lang="es-ES" dirty="0">
                <a:solidFill>
                  <a:schemeClr val="tx1">
                    <a:lumMod val="75000"/>
                    <a:lumOff val="25000"/>
                  </a:schemeClr>
                </a:solidFill>
              </a:rPr>
              <a:t>)</a:t>
            </a:r>
          </a:p>
          <a:p>
            <a:pPr>
              <a:lnSpc>
                <a:spcPct val="150000"/>
              </a:lnSpc>
              <a:buFont typeface="Wingdings" panose="05000000000000000000" pitchFamily="2" charset="2"/>
              <a:buNone/>
              <a:defRPr/>
            </a:pPr>
            <a:r>
              <a:rPr lang="es-ES" dirty="0" err="1">
                <a:solidFill>
                  <a:schemeClr val="tx1">
                    <a:lumMod val="75000"/>
                    <a:lumOff val="25000"/>
                  </a:schemeClr>
                </a:solidFill>
              </a:rPr>
              <a:t>Recollir</a:t>
            </a:r>
            <a:r>
              <a:rPr lang="es-ES" dirty="0">
                <a:solidFill>
                  <a:schemeClr val="tx1">
                    <a:lumMod val="75000"/>
                    <a:lumOff val="25000"/>
                  </a:schemeClr>
                </a:solidFill>
              </a:rPr>
              <a:t> </a:t>
            </a:r>
            <a:r>
              <a:rPr lang="es-ES" dirty="0" err="1">
                <a:solidFill>
                  <a:schemeClr val="tx1">
                    <a:lumMod val="75000"/>
                    <a:lumOff val="25000"/>
                  </a:schemeClr>
                </a:solidFill>
              </a:rPr>
              <a:t>tots</a:t>
            </a:r>
            <a:r>
              <a:rPr lang="es-ES" dirty="0">
                <a:solidFill>
                  <a:schemeClr val="tx1">
                    <a:lumMod val="75000"/>
                    <a:lumOff val="25000"/>
                  </a:schemeClr>
                </a:solidFill>
              </a:rPr>
              <a:t> </a:t>
            </a:r>
            <a:r>
              <a:rPr lang="es-ES" dirty="0" err="1">
                <a:solidFill>
                  <a:schemeClr val="tx1">
                    <a:lumMod val="75000"/>
                    <a:lumOff val="25000"/>
                  </a:schemeClr>
                </a:solidFill>
              </a:rPr>
              <a:t>els</a:t>
            </a:r>
            <a:r>
              <a:rPr lang="es-ES" dirty="0">
                <a:solidFill>
                  <a:schemeClr val="tx1">
                    <a:lumMod val="75000"/>
                    <a:lumOff val="25000"/>
                  </a:schemeClr>
                </a:solidFill>
              </a:rPr>
              <a:t> </a:t>
            </a:r>
            <a:r>
              <a:rPr lang="es-ES" dirty="0" err="1">
                <a:solidFill>
                  <a:schemeClr val="tx1">
                    <a:lumMod val="75000"/>
                    <a:lumOff val="25000"/>
                  </a:schemeClr>
                </a:solidFill>
              </a:rPr>
              <a:t>examens</a:t>
            </a:r>
            <a:r>
              <a:rPr lang="es-ES" dirty="0">
                <a:solidFill>
                  <a:schemeClr val="tx1">
                    <a:lumMod val="75000"/>
                    <a:lumOff val="25000"/>
                  </a:schemeClr>
                </a:solidFill>
              </a:rPr>
              <a:t> </a:t>
            </a:r>
            <a:r>
              <a:rPr lang="es-ES" dirty="0" err="1">
                <a:solidFill>
                  <a:schemeClr val="tx1">
                    <a:lumMod val="75000"/>
                    <a:lumOff val="25000"/>
                  </a:schemeClr>
                </a:solidFill>
              </a:rPr>
              <a:t>individuals</a:t>
            </a:r>
            <a:r>
              <a:rPr lang="es-ES" dirty="0">
                <a:solidFill>
                  <a:schemeClr val="tx1">
                    <a:lumMod val="75000"/>
                    <a:lumOff val="25000"/>
                  </a:schemeClr>
                </a:solidFill>
              </a:rPr>
              <a:t> </a:t>
            </a:r>
            <a:r>
              <a:rPr lang="es-ES" dirty="0" err="1">
                <a:solidFill>
                  <a:schemeClr val="tx1">
                    <a:lumMod val="75000"/>
                    <a:lumOff val="25000"/>
                  </a:schemeClr>
                </a:solidFill>
              </a:rPr>
              <a:t>alhora</a:t>
            </a:r>
            <a:r>
              <a:rPr lang="es-ES" dirty="0">
                <a:solidFill>
                  <a:schemeClr val="tx1">
                    <a:lumMod val="75000"/>
                    <a:lumOff val="25000"/>
                  </a:schemeClr>
                </a:solidFill>
              </a:rPr>
              <a:t>, </a:t>
            </a:r>
            <a:r>
              <a:rPr lang="es-ES">
                <a:solidFill>
                  <a:schemeClr val="tx1">
                    <a:lumMod val="75000"/>
                    <a:lumOff val="25000"/>
                  </a:schemeClr>
                </a:solidFill>
              </a:rPr>
              <a:t>mentres </a:t>
            </a:r>
            <a:r>
              <a:rPr lang="es-ES" dirty="0">
                <a:solidFill>
                  <a:schemeClr val="tx1">
                    <a:lumMod val="75000"/>
                    <a:lumOff val="25000"/>
                  </a:schemeClr>
                </a:solidFill>
              </a:rPr>
              <a:t>esperen </a:t>
            </a:r>
            <a:r>
              <a:rPr lang="es-ES" dirty="0" err="1">
                <a:solidFill>
                  <a:schemeClr val="tx1">
                    <a:lumMod val="75000"/>
                    <a:lumOff val="25000"/>
                  </a:schemeClr>
                </a:solidFill>
              </a:rPr>
              <a:t>sentats</a:t>
            </a:r>
            <a:r>
              <a:rPr lang="es-ES" dirty="0">
                <a:solidFill>
                  <a:schemeClr val="tx1">
                    <a:lumMod val="75000"/>
                    <a:lumOff val="25000"/>
                  </a:schemeClr>
                </a:solidFill>
              </a:rPr>
              <a:t>.</a:t>
            </a:r>
          </a:p>
          <a:p>
            <a:pPr>
              <a:lnSpc>
                <a:spcPct val="150000"/>
              </a:lnSpc>
              <a:buFont typeface="Wingdings" panose="05000000000000000000" pitchFamily="2" charset="2"/>
              <a:buNone/>
              <a:defRPr/>
            </a:pPr>
            <a:r>
              <a:rPr lang="es-ES" dirty="0" err="1">
                <a:solidFill>
                  <a:schemeClr val="tx1">
                    <a:lumMod val="75000"/>
                    <a:lumOff val="25000"/>
                  </a:schemeClr>
                </a:solidFill>
              </a:rPr>
              <a:t>Ordres</a:t>
            </a:r>
            <a:r>
              <a:rPr lang="es-ES" dirty="0">
                <a:solidFill>
                  <a:schemeClr val="tx1">
                    <a:lumMod val="75000"/>
                    <a:lumOff val="25000"/>
                  </a:schemeClr>
                </a:solidFill>
              </a:rPr>
              <a:t> </a:t>
            </a:r>
            <a:r>
              <a:rPr lang="es-ES" dirty="0" err="1">
                <a:solidFill>
                  <a:schemeClr val="tx1">
                    <a:lumMod val="75000"/>
                    <a:lumOff val="25000"/>
                  </a:schemeClr>
                </a:solidFill>
              </a:rPr>
              <a:t>clares</a:t>
            </a:r>
            <a:r>
              <a:rPr lang="es-ES" dirty="0">
                <a:solidFill>
                  <a:schemeClr val="tx1">
                    <a:lumMod val="75000"/>
                    <a:lumOff val="25000"/>
                  </a:schemeClr>
                </a:solidFill>
              </a:rPr>
              <a:t> per </a:t>
            </a:r>
            <a:r>
              <a:rPr lang="es-ES" dirty="0" err="1">
                <a:solidFill>
                  <a:schemeClr val="tx1">
                    <a:lumMod val="75000"/>
                    <a:lumOff val="25000"/>
                  </a:schemeClr>
                </a:solidFill>
              </a:rPr>
              <a:t>fer</a:t>
            </a:r>
            <a:r>
              <a:rPr lang="es-ES" dirty="0">
                <a:solidFill>
                  <a:schemeClr val="tx1">
                    <a:lumMod val="75000"/>
                    <a:lumOff val="25000"/>
                  </a:schemeClr>
                </a:solidFill>
              </a:rPr>
              <a:t> </a:t>
            </a:r>
            <a:r>
              <a:rPr lang="es-ES" dirty="0" err="1">
                <a:solidFill>
                  <a:schemeClr val="tx1">
                    <a:lumMod val="75000"/>
                    <a:lumOff val="25000"/>
                  </a:schemeClr>
                </a:solidFill>
              </a:rPr>
              <a:t>els</a:t>
            </a:r>
            <a:r>
              <a:rPr lang="es-ES" dirty="0">
                <a:solidFill>
                  <a:schemeClr val="tx1">
                    <a:lumMod val="75000"/>
                    <a:lumOff val="25000"/>
                  </a:schemeClr>
                </a:solidFill>
              </a:rPr>
              <a:t> </a:t>
            </a:r>
            <a:r>
              <a:rPr lang="es-ES" dirty="0" err="1">
                <a:solidFill>
                  <a:schemeClr val="tx1">
                    <a:lumMod val="75000"/>
                    <a:lumOff val="25000"/>
                  </a:schemeClr>
                </a:solidFill>
              </a:rPr>
              <a:t>grups</a:t>
            </a:r>
            <a:r>
              <a:rPr lang="es-ES" dirty="0">
                <a:solidFill>
                  <a:schemeClr val="tx1">
                    <a:lumMod val="75000"/>
                    <a:lumOff val="25000"/>
                  </a:schemeClr>
                </a:solidFill>
              </a:rPr>
              <a:t>.</a:t>
            </a:r>
          </a:p>
          <a:p>
            <a:pPr>
              <a:lnSpc>
                <a:spcPct val="150000"/>
              </a:lnSpc>
              <a:buFont typeface="Wingdings" panose="05000000000000000000" pitchFamily="2" charset="2"/>
              <a:buNone/>
              <a:defRPr/>
            </a:pPr>
            <a:r>
              <a:rPr lang="es-ES" dirty="0">
                <a:solidFill>
                  <a:schemeClr val="tx1">
                    <a:lumMod val="75000"/>
                    <a:lumOff val="25000"/>
                  </a:schemeClr>
                </a:solidFill>
              </a:rPr>
              <a:t>Ideal preguntes curtes o PEM (si </a:t>
            </a:r>
            <a:r>
              <a:rPr lang="es-ES" dirty="0" err="1">
                <a:solidFill>
                  <a:schemeClr val="tx1">
                    <a:lumMod val="75000"/>
                    <a:lumOff val="25000"/>
                  </a:schemeClr>
                </a:solidFill>
              </a:rPr>
              <a:t>l’examen</a:t>
            </a:r>
            <a:r>
              <a:rPr lang="es-ES" dirty="0">
                <a:solidFill>
                  <a:schemeClr val="tx1">
                    <a:lumMod val="75000"/>
                    <a:lumOff val="25000"/>
                  </a:schemeClr>
                </a:solidFill>
              </a:rPr>
              <a:t> individual te pregunta </a:t>
            </a:r>
            <a:r>
              <a:rPr lang="es-ES" dirty="0" err="1">
                <a:solidFill>
                  <a:schemeClr val="tx1">
                    <a:lumMod val="75000"/>
                    <a:lumOff val="25000"/>
                  </a:schemeClr>
                </a:solidFill>
              </a:rPr>
              <a:t>llarga</a:t>
            </a:r>
            <a:r>
              <a:rPr lang="es-ES" dirty="0">
                <a:solidFill>
                  <a:schemeClr val="tx1">
                    <a:lumMod val="75000"/>
                    <a:lumOff val="25000"/>
                  </a:schemeClr>
                </a:solidFill>
              </a:rPr>
              <a:t>, es </a:t>
            </a:r>
            <a:r>
              <a:rPr lang="es-ES" dirty="0" err="1">
                <a:solidFill>
                  <a:schemeClr val="tx1">
                    <a:lumMod val="75000"/>
                    <a:lumOff val="25000"/>
                  </a:schemeClr>
                </a:solidFill>
              </a:rPr>
              <a:t>pot</a:t>
            </a:r>
            <a:r>
              <a:rPr lang="es-ES" dirty="0">
                <a:solidFill>
                  <a:schemeClr val="tx1">
                    <a:lumMod val="75000"/>
                    <a:lumOff val="25000"/>
                  </a:schemeClr>
                </a:solidFill>
              </a:rPr>
              <a:t> transformar a PEM o curta en el de </a:t>
            </a:r>
            <a:r>
              <a:rPr lang="es-ES" dirty="0" err="1">
                <a:solidFill>
                  <a:schemeClr val="tx1">
                    <a:lumMod val="75000"/>
                    <a:lumOff val="25000"/>
                  </a:schemeClr>
                </a:solidFill>
              </a:rPr>
              <a:t>grup</a:t>
            </a:r>
            <a:r>
              <a:rPr lang="es-ES" dirty="0">
                <a:solidFill>
                  <a:schemeClr val="tx1">
                    <a:lumMod val="75000"/>
                    <a:lumOff val="25000"/>
                  </a:schemeClr>
                </a:solidFill>
              </a:rPr>
              <a:t>).</a:t>
            </a:r>
          </a:p>
        </p:txBody>
      </p:sp>
      <p:sp>
        <p:nvSpPr>
          <p:cNvPr id="21508" name="Marcador de número de diapositiva 3">
            <a:extLst>
              <a:ext uri="{FF2B5EF4-FFF2-40B4-BE49-F238E27FC236}">
                <a16:creationId xmlns:a16="http://schemas.microsoft.com/office/drawing/2014/main" id="{87D7455D-F855-9778-22CF-FAF8FDF5558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DEAE30F-34C3-487B-B7B4-87BEF0207CD0}" type="slidenum">
              <a:rPr lang="es-ES" altLang="es-ES"/>
              <a:pPr/>
              <a:t>12</a:t>
            </a:fld>
            <a:endParaRPr lang="es-ES" altLang="es-E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Marcador de imagen de diapositiva 1">
            <a:extLst>
              <a:ext uri="{FF2B5EF4-FFF2-40B4-BE49-F238E27FC236}">
                <a16:creationId xmlns:a16="http://schemas.microsoft.com/office/drawing/2014/main" id="{BE2CA5DA-18D9-3918-0BCF-7CCEAEB9AD9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Marcador de notas 2">
            <a:extLst>
              <a:ext uri="{FF2B5EF4-FFF2-40B4-BE49-F238E27FC236}">
                <a16:creationId xmlns:a16="http://schemas.microsoft.com/office/drawing/2014/main" id="{A09E922E-95B9-E195-36A2-D35CF5D1D884}"/>
              </a:ext>
            </a:extLst>
          </p:cNvPr>
          <p:cNvSpPr>
            <a:spLocks noGrp="1"/>
          </p:cNvSpPr>
          <p:nvPr>
            <p:ph type="body" idx="1"/>
          </p:nvPr>
        </p:nvSpPr>
        <p:spPr/>
        <p:txBody>
          <a:bodyPr/>
          <a:lstStyle/>
          <a:p>
            <a:pPr>
              <a:defRPr/>
            </a:pPr>
            <a:r>
              <a:rPr lang="es-ES" i="1" dirty="0"/>
              <a:t>“No </a:t>
            </a:r>
            <a:r>
              <a:rPr lang="es-ES" i="1" dirty="0" err="1"/>
              <a:t>sempre</a:t>
            </a:r>
            <a:r>
              <a:rPr lang="es-ES" i="1" dirty="0"/>
              <a:t> </a:t>
            </a:r>
            <a:r>
              <a:rPr lang="es-ES" i="1" dirty="0" err="1"/>
              <a:t>estareu</a:t>
            </a:r>
            <a:r>
              <a:rPr lang="es-ES" i="1" dirty="0"/>
              <a:t> </a:t>
            </a:r>
            <a:r>
              <a:rPr lang="es-ES" i="1" dirty="0" err="1"/>
              <a:t>d’acord</a:t>
            </a:r>
            <a:r>
              <a:rPr lang="es-ES" i="1" dirty="0"/>
              <a:t>, </a:t>
            </a:r>
            <a:r>
              <a:rPr lang="es-ES" i="1" dirty="0" err="1"/>
              <a:t>però</a:t>
            </a:r>
            <a:r>
              <a:rPr lang="es-ES" i="1" dirty="0"/>
              <a:t> </a:t>
            </a:r>
            <a:r>
              <a:rPr lang="es-ES" i="1" dirty="0" err="1"/>
              <a:t>això</a:t>
            </a:r>
            <a:r>
              <a:rPr lang="es-ES" i="1" dirty="0"/>
              <a:t> no </a:t>
            </a:r>
            <a:r>
              <a:rPr lang="es-ES" i="1" dirty="0" err="1"/>
              <a:t>vol</a:t>
            </a:r>
            <a:r>
              <a:rPr lang="es-ES" i="1" dirty="0"/>
              <a:t> </a:t>
            </a:r>
            <a:r>
              <a:rPr lang="es-ES" i="1" dirty="0" err="1"/>
              <a:t>dir</a:t>
            </a:r>
            <a:r>
              <a:rPr lang="es-ES" i="1" dirty="0"/>
              <a:t> que </a:t>
            </a:r>
            <a:r>
              <a:rPr lang="es-ES" i="1" dirty="0" err="1"/>
              <a:t>tingueu</a:t>
            </a:r>
            <a:r>
              <a:rPr lang="es-ES" i="1" dirty="0"/>
              <a:t> </a:t>
            </a:r>
            <a:r>
              <a:rPr lang="es-ES" i="1" dirty="0" err="1"/>
              <a:t>problemes</a:t>
            </a:r>
            <a:r>
              <a:rPr lang="es-ES" i="1" dirty="0"/>
              <a:t>, cal buscar </a:t>
            </a:r>
            <a:r>
              <a:rPr lang="es-ES" i="1" dirty="0" err="1"/>
              <a:t>estratègies</a:t>
            </a:r>
            <a:r>
              <a:rPr lang="es-ES" i="1" dirty="0"/>
              <a:t> de </a:t>
            </a:r>
            <a:r>
              <a:rPr lang="es-ES" i="1" dirty="0" err="1"/>
              <a:t>solució</a:t>
            </a:r>
            <a:r>
              <a:rPr lang="es-ES" i="1" dirty="0"/>
              <a:t>”</a:t>
            </a:r>
          </a:p>
          <a:p>
            <a:pPr>
              <a:defRPr/>
            </a:pPr>
            <a:endParaRPr lang="es-ES" dirty="0"/>
          </a:p>
          <a:p>
            <a:pPr>
              <a:lnSpc>
                <a:spcPct val="150000"/>
              </a:lnSpc>
              <a:buFont typeface="Wingdings" panose="05000000000000000000" pitchFamily="2" charset="2"/>
              <a:buNone/>
              <a:defRPr/>
            </a:pPr>
            <a:r>
              <a:rPr lang="es-ES" dirty="0">
                <a:solidFill>
                  <a:schemeClr val="tx1">
                    <a:lumMod val="75000"/>
                    <a:lumOff val="25000"/>
                  </a:schemeClr>
                </a:solidFill>
              </a:rPr>
              <a:t>Nota: </a:t>
            </a:r>
            <a:r>
              <a:rPr lang="es-ES" dirty="0" err="1">
                <a:solidFill>
                  <a:schemeClr val="tx1">
                    <a:lumMod val="75000"/>
                    <a:lumOff val="25000"/>
                  </a:schemeClr>
                </a:solidFill>
              </a:rPr>
              <a:t>només</a:t>
            </a:r>
            <a:r>
              <a:rPr lang="es-ES" dirty="0">
                <a:solidFill>
                  <a:schemeClr val="tx1">
                    <a:lumMod val="75000"/>
                    <a:lumOff val="25000"/>
                  </a:schemeClr>
                </a:solidFill>
              </a:rPr>
              <a:t> suma. Si nota </a:t>
            </a:r>
            <a:r>
              <a:rPr lang="es-ES" dirty="0" err="1">
                <a:solidFill>
                  <a:schemeClr val="tx1">
                    <a:lumMod val="75000"/>
                    <a:lumOff val="25000"/>
                  </a:schemeClr>
                </a:solidFill>
              </a:rPr>
              <a:t>grup</a:t>
            </a:r>
            <a:r>
              <a:rPr lang="es-ES" dirty="0">
                <a:solidFill>
                  <a:schemeClr val="tx1">
                    <a:lumMod val="75000"/>
                    <a:lumOff val="25000"/>
                  </a:schemeClr>
                </a:solidFill>
              </a:rPr>
              <a:t> &lt;individual = nota individual. Si nota </a:t>
            </a:r>
            <a:r>
              <a:rPr lang="es-ES" dirty="0" err="1">
                <a:solidFill>
                  <a:schemeClr val="tx1">
                    <a:lumMod val="75000"/>
                    <a:lumOff val="25000"/>
                  </a:schemeClr>
                </a:solidFill>
              </a:rPr>
              <a:t>grup</a:t>
            </a:r>
            <a:r>
              <a:rPr lang="es-ES" dirty="0">
                <a:solidFill>
                  <a:schemeClr val="tx1">
                    <a:lumMod val="75000"/>
                    <a:lumOff val="25000"/>
                  </a:schemeClr>
                </a:solidFill>
              </a:rPr>
              <a:t> &gt; o igual a nota individual=es suma 0,75 </a:t>
            </a:r>
            <a:r>
              <a:rPr lang="es-ES" dirty="0" err="1">
                <a:solidFill>
                  <a:schemeClr val="tx1">
                    <a:lumMod val="75000"/>
                    <a:lumOff val="25000"/>
                  </a:schemeClr>
                </a:solidFill>
              </a:rPr>
              <a:t>punts</a:t>
            </a:r>
            <a:endParaRPr lang="es-ES" dirty="0">
              <a:solidFill>
                <a:schemeClr val="tx1">
                  <a:lumMod val="75000"/>
                  <a:lumOff val="25000"/>
                </a:schemeClr>
              </a:solidFill>
            </a:endParaRPr>
          </a:p>
          <a:p>
            <a:pPr>
              <a:defRPr/>
            </a:pPr>
            <a:endParaRPr lang="es-ES" dirty="0"/>
          </a:p>
          <a:p>
            <a:pPr>
              <a:defRPr/>
            </a:pPr>
            <a:endParaRPr lang="ca-ES" dirty="0"/>
          </a:p>
          <a:p>
            <a:pPr>
              <a:defRPr/>
            </a:pPr>
            <a:endParaRPr lang="es-ES" dirty="0"/>
          </a:p>
        </p:txBody>
      </p:sp>
      <p:sp>
        <p:nvSpPr>
          <p:cNvPr id="22532" name="Marcador de número de diapositiva 3">
            <a:extLst>
              <a:ext uri="{FF2B5EF4-FFF2-40B4-BE49-F238E27FC236}">
                <a16:creationId xmlns:a16="http://schemas.microsoft.com/office/drawing/2014/main" id="{7F54EC79-99A3-D5B9-9CAE-A77622FC596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C8D604A-5338-4BCD-A6D3-1F960EDEB687}" type="slidenum">
              <a:rPr lang="es-ES" altLang="es-ES"/>
              <a:pPr/>
              <a:t>13</a:t>
            </a:fld>
            <a:endParaRPr lang="es-ES" altLang="es-E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1 Marcador de imagen de diapositiva">
            <a:extLst>
              <a:ext uri="{FF2B5EF4-FFF2-40B4-BE49-F238E27FC236}">
                <a16:creationId xmlns:a16="http://schemas.microsoft.com/office/drawing/2014/main" id="{F9799F2A-FD77-7D66-8747-B0C0D108D1A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2 Marcador de notas">
            <a:extLst>
              <a:ext uri="{FF2B5EF4-FFF2-40B4-BE49-F238E27FC236}">
                <a16:creationId xmlns:a16="http://schemas.microsoft.com/office/drawing/2014/main" id="{742DCE8D-702F-F9E9-EF80-8762D01BBC1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s-ES" altLang="es-ES"/>
              <a:t>Revisar aquests %, crec que els vam variar</a:t>
            </a:r>
          </a:p>
        </p:txBody>
      </p:sp>
      <p:sp>
        <p:nvSpPr>
          <p:cNvPr id="23556" name="3 Marcador de número de diapositiva">
            <a:extLst>
              <a:ext uri="{FF2B5EF4-FFF2-40B4-BE49-F238E27FC236}">
                <a16:creationId xmlns:a16="http://schemas.microsoft.com/office/drawing/2014/main" id="{37214B3F-8C71-2496-C71D-6F2809BB629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FDFB6612-6DF7-4056-8FF6-B1D52F975D65}" type="slidenum">
              <a:rPr lang="es-ES" altLang="es-ES">
                <a:latin typeface="Arial" panose="020B0604020202020204" pitchFamily="34" charset="0"/>
              </a:rPr>
              <a:pPr>
                <a:spcBef>
                  <a:spcPct val="0"/>
                </a:spcBef>
              </a:pPr>
              <a:t>14</a:t>
            </a:fld>
            <a:endParaRPr lang="es-ES" altLang="es-E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Marcador de imagen de diapositiva 1">
            <a:extLst>
              <a:ext uri="{FF2B5EF4-FFF2-40B4-BE49-F238E27FC236}">
                <a16:creationId xmlns:a16="http://schemas.microsoft.com/office/drawing/2014/main" id="{C0A94781-EB76-2DD5-D29D-38B0D266F19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Marcador de notas 2">
            <a:extLst>
              <a:ext uri="{FF2B5EF4-FFF2-40B4-BE49-F238E27FC236}">
                <a16:creationId xmlns:a16="http://schemas.microsoft.com/office/drawing/2014/main" id="{DCB71518-E60F-5A10-44F2-04AF0AC4B6BE}"/>
              </a:ext>
            </a:extLst>
          </p:cNvPr>
          <p:cNvSpPr>
            <a:spLocks noGrp="1"/>
          </p:cNvSpPr>
          <p:nvPr>
            <p:ph type="body" idx="1"/>
          </p:nvPr>
        </p:nvSpPr>
        <p:spPr/>
        <p:txBody>
          <a:bodyPr/>
          <a:lstStyle/>
          <a:p>
            <a:pPr>
              <a:defRPr/>
            </a:pPr>
            <a:r>
              <a:rPr lang="es-ES" i="1" dirty="0"/>
              <a:t>“No </a:t>
            </a:r>
            <a:r>
              <a:rPr lang="es-ES" i="1" dirty="0" err="1"/>
              <a:t>sempre</a:t>
            </a:r>
            <a:r>
              <a:rPr lang="es-ES" i="1" dirty="0"/>
              <a:t> </a:t>
            </a:r>
            <a:r>
              <a:rPr lang="es-ES" i="1" dirty="0" err="1"/>
              <a:t>estareu</a:t>
            </a:r>
            <a:r>
              <a:rPr lang="es-ES" i="1" dirty="0"/>
              <a:t> </a:t>
            </a:r>
            <a:r>
              <a:rPr lang="es-ES" i="1" dirty="0" err="1"/>
              <a:t>d’acord</a:t>
            </a:r>
            <a:r>
              <a:rPr lang="es-ES" i="1" dirty="0"/>
              <a:t>, </a:t>
            </a:r>
            <a:r>
              <a:rPr lang="es-ES" i="1" dirty="0" err="1"/>
              <a:t>però</a:t>
            </a:r>
            <a:r>
              <a:rPr lang="es-ES" i="1" dirty="0"/>
              <a:t> </a:t>
            </a:r>
            <a:r>
              <a:rPr lang="es-ES" i="1" dirty="0" err="1"/>
              <a:t>això</a:t>
            </a:r>
            <a:r>
              <a:rPr lang="es-ES" i="1" dirty="0"/>
              <a:t> no </a:t>
            </a:r>
            <a:r>
              <a:rPr lang="es-ES" i="1" dirty="0" err="1"/>
              <a:t>vol</a:t>
            </a:r>
            <a:r>
              <a:rPr lang="es-ES" i="1" dirty="0"/>
              <a:t> </a:t>
            </a:r>
            <a:r>
              <a:rPr lang="es-ES" i="1" dirty="0" err="1"/>
              <a:t>dir</a:t>
            </a:r>
            <a:r>
              <a:rPr lang="es-ES" i="1" dirty="0"/>
              <a:t> que </a:t>
            </a:r>
            <a:r>
              <a:rPr lang="es-ES" i="1" dirty="0" err="1"/>
              <a:t>tingueu</a:t>
            </a:r>
            <a:r>
              <a:rPr lang="es-ES" i="1" dirty="0"/>
              <a:t> </a:t>
            </a:r>
            <a:r>
              <a:rPr lang="es-ES" i="1" dirty="0" err="1"/>
              <a:t>problemes</a:t>
            </a:r>
            <a:r>
              <a:rPr lang="es-ES" i="1" dirty="0"/>
              <a:t>, cal buscar </a:t>
            </a:r>
            <a:r>
              <a:rPr lang="es-ES" i="1" dirty="0" err="1"/>
              <a:t>estratègies</a:t>
            </a:r>
            <a:r>
              <a:rPr lang="es-ES" i="1" dirty="0"/>
              <a:t> de </a:t>
            </a:r>
            <a:r>
              <a:rPr lang="es-ES" i="1" dirty="0" err="1"/>
              <a:t>solució</a:t>
            </a:r>
            <a:r>
              <a:rPr lang="es-ES" i="1" dirty="0"/>
              <a:t>”</a:t>
            </a:r>
          </a:p>
          <a:p>
            <a:pPr>
              <a:defRPr/>
            </a:pPr>
            <a:endParaRPr lang="es-ES" dirty="0"/>
          </a:p>
          <a:p>
            <a:pPr>
              <a:lnSpc>
                <a:spcPct val="150000"/>
              </a:lnSpc>
              <a:buFont typeface="Wingdings" panose="05000000000000000000" pitchFamily="2" charset="2"/>
              <a:buNone/>
              <a:defRPr/>
            </a:pPr>
            <a:r>
              <a:rPr lang="es-ES" dirty="0">
                <a:solidFill>
                  <a:schemeClr val="tx1">
                    <a:lumMod val="75000"/>
                    <a:lumOff val="25000"/>
                  </a:schemeClr>
                </a:solidFill>
              </a:rPr>
              <a:t>Nota: </a:t>
            </a:r>
            <a:r>
              <a:rPr lang="es-ES" dirty="0" err="1">
                <a:solidFill>
                  <a:schemeClr val="tx1">
                    <a:lumMod val="75000"/>
                    <a:lumOff val="25000"/>
                  </a:schemeClr>
                </a:solidFill>
              </a:rPr>
              <a:t>només</a:t>
            </a:r>
            <a:r>
              <a:rPr lang="es-ES" dirty="0">
                <a:solidFill>
                  <a:schemeClr val="tx1">
                    <a:lumMod val="75000"/>
                    <a:lumOff val="25000"/>
                  </a:schemeClr>
                </a:solidFill>
              </a:rPr>
              <a:t> suma. Si nota </a:t>
            </a:r>
            <a:r>
              <a:rPr lang="es-ES" dirty="0" err="1">
                <a:solidFill>
                  <a:schemeClr val="tx1">
                    <a:lumMod val="75000"/>
                    <a:lumOff val="25000"/>
                  </a:schemeClr>
                </a:solidFill>
              </a:rPr>
              <a:t>grup</a:t>
            </a:r>
            <a:r>
              <a:rPr lang="es-ES" dirty="0">
                <a:solidFill>
                  <a:schemeClr val="tx1">
                    <a:lumMod val="75000"/>
                    <a:lumOff val="25000"/>
                  </a:schemeClr>
                </a:solidFill>
              </a:rPr>
              <a:t> &lt;individual = nota individual. Si nota </a:t>
            </a:r>
            <a:r>
              <a:rPr lang="es-ES" dirty="0" err="1">
                <a:solidFill>
                  <a:schemeClr val="tx1">
                    <a:lumMod val="75000"/>
                    <a:lumOff val="25000"/>
                  </a:schemeClr>
                </a:solidFill>
              </a:rPr>
              <a:t>grup</a:t>
            </a:r>
            <a:r>
              <a:rPr lang="es-ES" dirty="0">
                <a:solidFill>
                  <a:schemeClr val="tx1">
                    <a:lumMod val="75000"/>
                    <a:lumOff val="25000"/>
                  </a:schemeClr>
                </a:solidFill>
              </a:rPr>
              <a:t> &gt; o igual a nota individual=es suma 0,75 </a:t>
            </a:r>
            <a:r>
              <a:rPr lang="es-ES" dirty="0" err="1">
                <a:solidFill>
                  <a:schemeClr val="tx1">
                    <a:lumMod val="75000"/>
                    <a:lumOff val="25000"/>
                  </a:schemeClr>
                </a:solidFill>
              </a:rPr>
              <a:t>punts</a:t>
            </a:r>
            <a:endParaRPr lang="es-ES" dirty="0">
              <a:solidFill>
                <a:schemeClr val="tx1">
                  <a:lumMod val="75000"/>
                  <a:lumOff val="25000"/>
                </a:schemeClr>
              </a:solidFill>
            </a:endParaRPr>
          </a:p>
          <a:p>
            <a:pPr>
              <a:defRPr/>
            </a:pPr>
            <a:endParaRPr lang="es-ES" dirty="0"/>
          </a:p>
          <a:p>
            <a:pPr>
              <a:defRPr/>
            </a:pPr>
            <a:endParaRPr lang="ca-ES" dirty="0"/>
          </a:p>
          <a:p>
            <a:pPr>
              <a:defRPr/>
            </a:pPr>
            <a:endParaRPr lang="es-ES" dirty="0"/>
          </a:p>
        </p:txBody>
      </p:sp>
      <p:sp>
        <p:nvSpPr>
          <p:cNvPr id="24580" name="Marcador de número de diapositiva 3">
            <a:extLst>
              <a:ext uri="{FF2B5EF4-FFF2-40B4-BE49-F238E27FC236}">
                <a16:creationId xmlns:a16="http://schemas.microsoft.com/office/drawing/2014/main" id="{5DE564D3-DEBF-0793-20B3-6179CBF88160}"/>
              </a:ext>
            </a:extLst>
          </p:cNvPr>
          <p:cNvSpPr txBox="1">
            <a:spLocks noGrp="1"/>
          </p:cNvSpPr>
          <p:nvPr/>
        </p:nvSpPr>
        <p:spPr bwMode="auto">
          <a:xfrm>
            <a:off x="3778250" y="9285288"/>
            <a:ext cx="28892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7A5938B8-FA52-4163-8F73-F8E4A746E858}" type="slidenum">
              <a:rPr lang="es-ES" altLang="es-ES" sz="1200"/>
              <a:pPr algn="r" eaLnBrk="1" hangingPunct="1"/>
              <a:t>15</a:t>
            </a:fld>
            <a:endParaRPr lang="es-ES" altLang="es-ES"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p>
        </p:txBody>
      </p:sp>
      <p:sp>
        <p:nvSpPr>
          <p:cNvPr id="4" name="3 Marcador de fecha">
            <a:extLst>
              <a:ext uri="{FF2B5EF4-FFF2-40B4-BE49-F238E27FC236}">
                <a16:creationId xmlns:a16="http://schemas.microsoft.com/office/drawing/2014/main" id="{313ADDD2-D6D9-1E11-B34C-C9658FB4250D}"/>
              </a:ext>
            </a:extLst>
          </p:cNvPr>
          <p:cNvSpPr>
            <a:spLocks noGrp="1"/>
          </p:cNvSpPr>
          <p:nvPr>
            <p:ph type="dt" sz="half" idx="10"/>
          </p:nvPr>
        </p:nvSpPr>
        <p:spPr/>
        <p:txBody>
          <a:bodyPr/>
          <a:lstStyle>
            <a:lvl1pPr>
              <a:defRPr/>
            </a:lvl1pPr>
          </a:lstStyle>
          <a:p>
            <a:pPr>
              <a:defRPr/>
            </a:pPr>
            <a:fld id="{53CAD046-932F-499C-8572-050AD4F4583E}" type="datetimeFigureOut">
              <a:rPr lang="es-ES"/>
              <a:pPr>
                <a:defRPr/>
              </a:pPr>
              <a:t>08/10/2025</a:t>
            </a:fld>
            <a:endParaRPr lang="es-ES"/>
          </a:p>
        </p:txBody>
      </p:sp>
      <p:sp>
        <p:nvSpPr>
          <p:cNvPr id="5" name="4 Marcador de pie de página">
            <a:extLst>
              <a:ext uri="{FF2B5EF4-FFF2-40B4-BE49-F238E27FC236}">
                <a16:creationId xmlns:a16="http://schemas.microsoft.com/office/drawing/2014/main" id="{884FDE58-E22E-B151-879A-B141107AB919}"/>
              </a:ext>
            </a:extLst>
          </p:cNvPr>
          <p:cNvSpPr>
            <a:spLocks noGrp="1"/>
          </p:cNvSpPr>
          <p:nvPr>
            <p:ph type="ftr" sz="quarter" idx="11"/>
          </p:nvPr>
        </p:nvSpPr>
        <p:spPr/>
        <p:txBody>
          <a:bodyPr/>
          <a:lstStyle>
            <a:lvl1pPr>
              <a:defRPr/>
            </a:lvl1pPr>
          </a:lstStyle>
          <a:p>
            <a:pPr>
              <a:defRPr/>
            </a:pPr>
            <a:endParaRPr lang="es-ES"/>
          </a:p>
        </p:txBody>
      </p:sp>
      <p:sp>
        <p:nvSpPr>
          <p:cNvPr id="6" name="5 Marcador de número de diapositiva">
            <a:extLst>
              <a:ext uri="{FF2B5EF4-FFF2-40B4-BE49-F238E27FC236}">
                <a16:creationId xmlns:a16="http://schemas.microsoft.com/office/drawing/2014/main" id="{040FCF61-8045-5DFA-3175-68FB39708890}"/>
              </a:ext>
            </a:extLst>
          </p:cNvPr>
          <p:cNvSpPr>
            <a:spLocks noGrp="1"/>
          </p:cNvSpPr>
          <p:nvPr>
            <p:ph type="sldNum" sz="quarter" idx="12"/>
          </p:nvPr>
        </p:nvSpPr>
        <p:spPr/>
        <p:txBody>
          <a:bodyPr/>
          <a:lstStyle>
            <a:lvl1pPr>
              <a:defRPr/>
            </a:lvl1pPr>
          </a:lstStyle>
          <a:p>
            <a:fld id="{1ACD4E4E-E4AC-47BA-A8E7-7C8DB604B370}" type="slidenum">
              <a:rPr lang="es-ES" altLang="es-ES"/>
              <a:pPr/>
              <a:t>‹#›</a:t>
            </a:fld>
            <a:endParaRPr lang="es-ES" altLang="es-ES"/>
          </a:p>
        </p:txBody>
      </p:sp>
    </p:spTree>
    <p:extLst>
      <p:ext uri="{BB962C8B-B14F-4D97-AF65-F5344CB8AC3E}">
        <p14:creationId xmlns:p14="http://schemas.microsoft.com/office/powerpoint/2010/main" val="34318494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a:extLst>
              <a:ext uri="{FF2B5EF4-FFF2-40B4-BE49-F238E27FC236}">
                <a16:creationId xmlns:a16="http://schemas.microsoft.com/office/drawing/2014/main" id="{A386D63C-A039-E161-7158-624DFA486EA0}"/>
              </a:ext>
            </a:extLst>
          </p:cNvPr>
          <p:cNvSpPr>
            <a:spLocks noGrp="1"/>
          </p:cNvSpPr>
          <p:nvPr>
            <p:ph type="dt" sz="half" idx="10"/>
          </p:nvPr>
        </p:nvSpPr>
        <p:spPr/>
        <p:txBody>
          <a:bodyPr/>
          <a:lstStyle>
            <a:lvl1pPr>
              <a:defRPr/>
            </a:lvl1pPr>
          </a:lstStyle>
          <a:p>
            <a:pPr>
              <a:defRPr/>
            </a:pPr>
            <a:fld id="{020286DC-A975-461D-8CDF-97AB83D9130D}" type="datetimeFigureOut">
              <a:rPr lang="es-ES"/>
              <a:pPr>
                <a:defRPr/>
              </a:pPr>
              <a:t>08/10/2025</a:t>
            </a:fld>
            <a:endParaRPr lang="es-ES"/>
          </a:p>
        </p:txBody>
      </p:sp>
      <p:sp>
        <p:nvSpPr>
          <p:cNvPr id="5" name="4 Marcador de pie de página">
            <a:extLst>
              <a:ext uri="{FF2B5EF4-FFF2-40B4-BE49-F238E27FC236}">
                <a16:creationId xmlns:a16="http://schemas.microsoft.com/office/drawing/2014/main" id="{F10B4D20-425B-AD32-F405-15CB40EF3485}"/>
              </a:ext>
            </a:extLst>
          </p:cNvPr>
          <p:cNvSpPr>
            <a:spLocks noGrp="1"/>
          </p:cNvSpPr>
          <p:nvPr>
            <p:ph type="ftr" sz="quarter" idx="11"/>
          </p:nvPr>
        </p:nvSpPr>
        <p:spPr/>
        <p:txBody>
          <a:bodyPr/>
          <a:lstStyle>
            <a:lvl1pPr>
              <a:defRPr/>
            </a:lvl1pPr>
          </a:lstStyle>
          <a:p>
            <a:pPr>
              <a:defRPr/>
            </a:pPr>
            <a:endParaRPr lang="es-ES"/>
          </a:p>
        </p:txBody>
      </p:sp>
      <p:sp>
        <p:nvSpPr>
          <p:cNvPr id="6" name="5 Marcador de número de diapositiva">
            <a:extLst>
              <a:ext uri="{FF2B5EF4-FFF2-40B4-BE49-F238E27FC236}">
                <a16:creationId xmlns:a16="http://schemas.microsoft.com/office/drawing/2014/main" id="{7CFB3ADD-97D8-0913-9215-35F3E4D673BB}"/>
              </a:ext>
            </a:extLst>
          </p:cNvPr>
          <p:cNvSpPr>
            <a:spLocks noGrp="1"/>
          </p:cNvSpPr>
          <p:nvPr>
            <p:ph type="sldNum" sz="quarter" idx="12"/>
          </p:nvPr>
        </p:nvSpPr>
        <p:spPr/>
        <p:txBody>
          <a:bodyPr/>
          <a:lstStyle>
            <a:lvl1pPr>
              <a:defRPr/>
            </a:lvl1pPr>
          </a:lstStyle>
          <a:p>
            <a:fld id="{4BD60CDE-44D6-4A64-8B61-9690674C1A1E}" type="slidenum">
              <a:rPr lang="es-ES" altLang="es-ES"/>
              <a:pPr/>
              <a:t>‹#›</a:t>
            </a:fld>
            <a:endParaRPr lang="es-ES" altLang="es-ES"/>
          </a:p>
        </p:txBody>
      </p:sp>
    </p:spTree>
    <p:extLst>
      <p:ext uri="{BB962C8B-B14F-4D97-AF65-F5344CB8AC3E}">
        <p14:creationId xmlns:p14="http://schemas.microsoft.com/office/powerpoint/2010/main" val="10852449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a:extLst>
              <a:ext uri="{FF2B5EF4-FFF2-40B4-BE49-F238E27FC236}">
                <a16:creationId xmlns:a16="http://schemas.microsoft.com/office/drawing/2014/main" id="{652A4477-EE93-E700-9554-674599339B11}"/>
              </a:ext>
            </a:extLst>
          </p:cNvPr>
          <p:cNvSpPr>
            <a:spLocks noGrp="1"/>
          </p:cNvSpPr>
          <p:nvPr>
            <p:ph type="dt" sz="half" idx="10"/>
          </p:nvPr>
        </p:nvSpPr>
        <p:spPr/>
        <p:txBody>
          <a:bodyPr/>
          <a:lstStyle>
            <a:lvl1pPr>
              <a:defRPr/>
            </a:lvl1pPr>
          </a:lstStyle>
          <a:p>
            <a:pPr>
              <a:defRPr/>
            </a:pPr>
            <a:fld id="{879B4AEC-0FBA-4AD7-ABFF-A98C389C4099}" type="datetimeFigureOut">
              <a:rPr lang="es-ES"/>
              <a:pPr>
                <a:defRPr/>
              </a:pPr>
              <a:t>08/10/2025</a:t>
            </a:fld>
            <a:endParaRPr lang="es-ES"/>
          </a:p>
        </p:txBody>
      </p:sp>
      <p:sp>
        <p:nvSpPr>
          <p:cNvPr id="5" name="4 Marcador de pie de página">
            <a:extLst>
              <a:ext uri="{FF2B5EF4-FFF2-40B4-BE49-F238E27FC236}">
                <a16:creationId xmlns:a16="http://schemas.microsoft.com/office/drawing/2014/main" id="{E6C89E25-F5E8-162B-B662-B25F492B6B63}"/>
              </a:ext>
            </a:extLst>
          </p:cNvPr>
          <p:cNvSpPr>
            <a:spLocks noGrp="1"/>
          </p:cNvSpPr>
          <p:nvPr>
            <p:ph type="ftr" sz="quarter" idx="11"/>
          </p:nvPr>
        </p:nvSpPr>
        <p:spPr/>
        <p:txBody>
          <a:bodyPr/>
          <a:lstStyle>
            <a:lvl1pPr>
              <a:defRPr/>
            </a:lvl1pPr>
          </a:lstStyle>
          <a:p>
            <a:pPr>
              <a:defRPr/>
            </a:pPr>
            <a:endParaRPr lang="es-ES"/>
          </a:p>
        </p:txBody>
      </p:sp>
      <p:sp>
        <p:nvSpPr>
          <p:cNvPr id="6" name="5 Marcador de número de diapositiva">
            <a:extLst>
              <a:ext uri="{FF2B5EF4-FFF2-40B4-BE49-F238E27FC236}">
                <a16:creationId xmlns:a16="http://schemas.microsoft.com/office/drawing/2014/main" id="{E711ADA5-4C48-123C-28A8-5BADA56F0101}"/>
              </a:ext>
            </a:extLst>
          </p:cNvPr>
          <p:cNvSpPr>
            <a:spLocks noGrp="1"/>
          </p:cNvSpPr>
          <p:nvPr>
            <p:ph type="sldNum" sz="quarter" idx="12"/>
          </p:nvPr>
        </p:nvSpPr>
        <p:spPr/>
        <p:txBody>
          <a:bodyPr/>
          <a:lstStyle>
            <a:lvl1pPr>
              <a:defRPr/>
            </a:lvl1pPr>
          </a:lstStyle>
          <a:p>
            <a:fld id="{9B015AD1-DB41-452C-9A9C-D9AE41472BBF}" type="slidenum">
              <a:rPr lang="es-ES" altLang="es-ES"/>
              <a:pPr/>
              <a:t>‹#›</a:t>
            </a:fld>
            <a:endParaRPr lang="es-ES" altLang="es-ES"/>
          </a:p>
        </p:txBody>
      </p:sp>
    </p:spTree>
    <p:extLst>
      <p:ext uri="{BB962C8B-B14F-4D97-AF65-F5344CB8AC3E}">
        <p14:creationId xmlns:p14="http://schemas.microsoft.com/office/powerpoint/2010/main" val="1945865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3 Marcador de fecha">
            <a:extLst>
              <a:ext uri="{FF2B5EF4-FFF2-40B4-BE49-F238E27FC236}">
                <a16:creationId xmlns:a16="http://schemas.microsoft.com/office/drawing/2014/main" id="{963106EE-69F4-8F59-6084-9E0C5B1229A0}"/>
              </a:ext>
            </a:extLst>
          </p:cNvPr>
          <p:cNvSpPr>
            <a:spLocks noGrp="1"/>
          </p:cNvSpPr>
          <p:nvPr>
            <p:ph type="dt" sz="half" idx="10"/>
          </p:nvPr>
        </p:nvSpPr>
        <p:spPr/>
        <p:txBody>
          <a:bodyPr/>
          <a:lstStyle>
            <a:lvl1pPr>
              <a:defRPr/>
            </a:lvl1pPr>
          </a:lstStyle>
          <a:p>
            <a:pPr>
              <a:defRPr/>
            </a:pPr>
            <a:fld id="{17D6032A-CD99-4F98-BDA9-D24AD4016D81}" type="datetimeFigureOut">
              <a:rPr lang="es-ES"/>
              <a:pPr>
                <a:defRPr/>
              </a:pPr>
              <a:t>08/10/2025</a:t>
            </a:fld>
            <a:endParaRPr lang="es-ES"/>
          </a:p>
        </p:txBody>
      </p:sp>
      <p:sp>
        <p:nvSpPr>
          <p:cNvPr id="6" name="4 Marcador de pie de página">
            <a:extLst>
              <a:ext uri="{FF2B5EF4-FFF2-40B4-BE49-F238E27FC236}">
                <a16:creationId xmlns:a16="http://schemas.microsoft.com/office/drawing/2014/main" id="{B2A5B77B-66F9-9B8A-08EE-2C3BB4EB2F91}"/>
              </a:ext>
            </a:extLst>
          </p:cNvPr>
          <p:cNvSpPr>
            <a:spLocks noGrp="1"/>
          </p:cNvSpPr>
          <p:nvPr>
            <p:ph type="ftr" sz="quarter" idx="11"/>
          </p:nvPr>
        </p:nvSpPr>
        <p:spPr/>
        <p:txBody>
          <a:bodyPr/>
          <a:lstStyle>
            <a:lvl1pPr>
              <a:defRPr/>
            </a:lvl1pPr>
          </a:lstStyle>
          <a:p>
            <a:pPr>
              <a:defRPr/>
            </a:pPr>
            <a:endParaRPr lang="es-ES"/>
          </a:p>
        </p:txBody>
      </p:sp>
      <p:sp>
        <p:nvSpPr>
          <p:cNvPr id="7" name="5 Marcador de número de diapositiva">
            <a:extLst>
              <a:ext uri="{FF2B5EF4-FFF2-40B4-BE49-F238E27FC236}">
                <a16:creationId xmlns:a16="http://schemas.microsoft.com/office/drawing/2014/main" id="{69931F9E-7710-1D5B-A5BD-990361439273}"/>
              </a:ext>
            </a:extLst>
          </p:cNvPr>
          <p:cNvSpPr>
            <a:spLocks noGrp="1"/>
          </p:cNvSpPr>
          <p:nvPr>
            <p:ph type="sldNum" sz="quarter" idx="12"/>
          </p:nvPr>
        </p:nvSpPr>
        <p:spPr/>
        <p:txBody>
          <a:bodyPr/>
          <a:lstStyle>
            <a:lvl1pPr>
              <a:defRPr/>
            </a:lvl1pPr>
          </a:lstStyle>
          <a:p>
            <a:fld id="{3B66166E-80AB-4B5F-BB06-444E48ABCD96}" type="slidenum">
              <a:rPr lang="es-ES" altLang="es-ES"/>
              <a:pPr/>
              <a:t>‹#›</a:t>
            </a:fld>
            <a:endParaRPr lang="es-ES" altLang="es-ES"/>
          </a:p>
        </p:txBody>
      </p:sp>
    </p:spTree>
    <p:extLst>
      <p:ext uri="{BB962C8B-B14F-4D97-AF65-F5344CB8AC3E}">
        <p14:creationId xmlns:p14="http://schemas.microsoft.com/office/powerpoint/2010/main" val="16980339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3 Marcador de fecha">
            <a:extLst>
              <a:ext uri="{FF2B5EF4-FFF2-40B4-BE49-F238E27FC236}">
                <a16:creationId xmlns:a16="http://schemas.microsoft.com/office/drawing/2014/main" id="{7222FF66-F2F9-A707-5770-494E28CD6059}"/>
              </a:ext>
            </a:extLst>
          </p:cNvPr>
          <p:cNvSpPr>
            <a:spLocks noGrp="1"/>
          </p:cNvSpPr>
          <p:nvPr>
            <p:ph type="dt" sz="half" idx="10"/>
          </p:nvPr>
        </p:nvSpPr>
        <p:spPr/>
        <p:txBody>
          <a:bodyPr/>
          <a:lstStyle>
            <a:lvl1pPr>
              <a:defRPr/>
            </a:lvl1pPr>
          </a:lstStyle>
          <a:p>
            <a:pPr>
              <a:defRPr/>
            </a:pPr>
            <a:fld id="{3F61201E-AC5F-4229-BA66-DD0D8EDE82AD}" type="datetimeFigureOut">
              <a:rPr lang="es-ES"/>
              <a:pPr>
                <a:defRPr/>
              </a:pPr>
              <a:t>08/10/2025</a:t>
            </a:fld>
            <a:endParaRPr lang="es-ES"/>
          </a:p>
        </p:txBody>
      </p:sp>
      <p:sp>
        <p:nvSpPr>
          <p:cNvPr id="8" name="4 Marcador de pie de página">
            <a:extLst>
              <a:ext uri="{FF2B5EF4-FFF2-40B4-BE49-F238E27FC236}">
                <a16:creationId xmlns:a16="http://schemas.microsoft.com/office/drawing/2014/main" id="{A489BD5D-4DBC-7259-20B4-5835B05FA4C5}"/>
              </a:ext>
            </a:extLst>
          </p:cNvPr>
          <p:cNvSpPr>
            <a:spLocks noGrp="1"/>
          </p:cNvSpPr>
          <p:nvPr>
            <p:ph type="ftr" sz="quarter" idx="11"/>
          </p:nvPr>
        </p:nvSpPr>
        <p:spPr/>
        <p:txBody>
          <a:bodyPr/>
          <a:lstStyle>
            <a:lvl1pPr>
              <a:defRPr/>
            </a:lvl1pPr>
          </a:lstStyle>
          <a:p>
            <a:pPr>
              <a:defRPr/>
            </a:pPr>
            <a:endParaRPr lang="es-ES"/>
          </a:p>
        </p:txBody>
      </p:sp>
      <p:sp>
        <p:nvSpPr>
          <p:cNvPr id="9" name="5 Marcador de número de diapositiva">
            <a:extLst>
              <a:ext uri="{FF2B5EF4-FFF2-40B4-BE49-F238E27FC236}">
                <a16:creationId xmlns:a16="http://schemas.microsoft.com/office/drawing/2014/main" id="{3F6F4C46-CB65-3B7B-925D-D78F1CC03E82}"/>
              </a:ext>
            </a:extLst>
          </p:cNvPr>
          <p:cNvSpPr>
            <a:spLocks noGrp="1"/>
          </p:cNvSpPr>
          <p:nvPr>
            <p:ph type="sldNum" sz="quarter" idx="12"/>
          </p:nvPr>
        </p:nvSpPr>
        <p:spPr/>
        <p:txBody>
          <a:bodyPr/>
          <a:lstStyle>
            <a:lvl1pPr>
              <a:defRPr/>
            </a:lvl1pPr>
          </a:lstStyle>
          <a:p>
            <a:fld id="{E2946B03-3E2F-495A-AE75-5956CC3FCA3A}" type="slidenum">
              <a:rPr lang="es-ES" altLang="es-ES"/>
              <a:pPr/>
              <a:t>‹#›</a:t>
            </a:fld>
            <a:endParaRPr lang="es-ES" altLang="es-ES"/>
          </a:p>
        </p:txBody>
      </p:sp>
    </p:spTree>
    <p:extLst>
      <p:ext uri="{BB962C8B-B14F-4D97-AF65-F5344CB8AC3E}">
        <p14:creationId xmlns:p14="http://schemas.microsoft.com/office/powerpoint/2010/main" val="36743147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3 Marcador de fecha">
            <a:extLst>
              <a:ext uri="{FF2B5EF4-FFF2-40B4-BE49-F238E27FC236}">
                <a16:creationId xmlns:a16="http://schemas.microsoft.com/office/drawing/2014/main" id="{99AA6BF7-396D-195B-82AE-CFD026E14EF2}"/>
              </a:ext>
            </a:extLst>
          </p:cNvPr>
          <p:cNvSpPr>
            <a:spLocks noGrp="1"/>
          </p:cNvSpPr>
          <p:nvPr>
            <p:ph type="dt" sz="half" idx="10"/>
          </p:nvPr>
        </p:nvSpPr>
        <p:spPr/>
        <p:txBody>
          <a:bodyPr/>
          <a:lstStyle>
            <a:lvl1pPr>
              <a:defRPr/>
            </a:lvl1pPr>
          </a:lstStyle>
          <a:p>
            <a:pPr>
              <a:defRPr/>
            </a:pPr>
            <a:fld id="{74CC45FB-B42E-42B5-8A42-093902F71195}" type="datetimeFigureOut">
              <a:rPr lang="es-ES"/>
              <a:pPr>
                <a:defRPr/>
              </a:pPr>
              <a:t>08/10/2025</a:t>
            </a:fld>
            <a:endParaRPr lang="es-ES"/>
          </a:p>
        </p:txBody>
      </p:sp>
      <p:sp>
        <p:nvSpPr>
          <p:cNvPr id="4" name="4 Marcador de pie de página">
            <a:extLst>
              <a:ext uri="{FF2B5EF4-FFF2-40B4-BE49-F238E27FC236}">
                <a16:creationId xmlns:a16="http://schemas.microsoft.com/office/drawing/2014/main" id="{407C0576-1A3E-79BD-739C-90EBA99D42E6}"/>
              </a:ext>
            </a:extLst>
          </p:cNvPr>
          <p:cNvSpPr>
            <a:spLocks noGrp="1"/>
          </p:cNvSpPr>
          <p:nvPr>
            <p:ph type="ftr" sz="quarter" idx="11"/>
          </p:nvPr>
        </p:nvSpPr>
        <p:spPr/>
        <p:txBody>
          <a:bodyPr/>
          <a:lstStyle>
            <a:lvl1pPr>
              <a:defRPr/>
            </a:lvl1pPr>
          </a:lstStyle>
          <a:p>
            <a:pPr>
              <a:defRPr/>
            </a:pPr>
            <a:endParaRPr lang="es-ES"/>
          </a:p>
        </p:txBody>
      </p:sp>
      <p:sp>
        <p:nvSpPr>
          <p:cNvPr id="5" name="5 Marcador de número de diapositiva">
            <a:extLst>
              <a:ext uri="{FF2B5EF4-FFF2-40B4-BE49-F238E27FC236}">
                <a16:creationId xmlns:a16="http://schemas.microsoft.com/office/drawing/2014/main" id="{5DB15732-494B-AB25-C6F6-92888EFA7848}"/>
              </a:ext>
            </a:extLst>
          </p:cNvPr>
          <p:cNvSpPr>
            <a:spLocks noGrp="1"/>
          </p:cNvSpPr>
          <p:nvPr>
            <p:ph type="sldNum" sz="quarter" idx="12"/>
          </p:nvPr>
        </p:nvSpPr>
        <p:spPr/>
        <p:txBody>
          <a:bodyPr/>
          <a:lstStyle>
            <a:lvl1pPr>
              <a:defRPr/>
            </a:lvl1pPr>
          </a:lstStyle>
          <a:p>
            <a:fld id="{81E4650E-F213-4C75-A553-1B7E2D0E9921}" type="slidenum">
              <a:rPr lang="es-ES" altLang="es-ES"/>
              <a:pPr/>
              <a:t>‹#›</a:t>
            </a:fld>
            <a:endParaRPr lang="es-ES" altLang="es-ES"/>
          </a:p>
        </p:txBody>
      </p:sp>
    </p:spTree>
    <p:extLst>
      <p:ext uri="{BB962C8B-B14F-4D97-AF65-F5344CB8AC3E}">
        <p14:creationId xmlns:p14="http://schemas.microsoft.com/office/powerpoint/2010/main" val="40961866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3 Marcador de fecha">
            <a:extLst>
              <a:ext uri="{FF2B5EF4-FFF2-40B4-BE49-F238E27FC236}">
                <a16:creationId xmlns:a16="http://schemas.microsoft.com/office/drawing/2014/main" id="{4622E9F0-6E20-F137-2FEE-C3C4B5EDC60C}"/>
              </a:ext>
            </a:extLst>
          </p:cNvPr>
          <p:cNvSpPr>
            <a:spLocks noGrp="1"/>
          </p:cNvSpPr>
          <p:nvPr>
            <p:ph type="dt" sz="half" idx="10"/>
          </p:nvPr>
        </p:nvSpPr>
        <p:spPr/>
        <p:txBody>
          <a:bodyPr/>
          <a:lstStyle>
            <a:lvl1pPr>
              <a:defRPr/>
            </a:lvl1pPr>
          </a:lstStyle>
          <a:p>
            <a:pPr>
              <a:defRPr/>
            </a:pPr>
            <a:fld id="{894F9E30-34E5-43FE-91F3-5EEE58A31BE4}" type="datetimeFigureOut">
              <a:rPr lang="es-ES"/>
              <a:pPr>
                <a:defRPr/>
              </a:pPr>
              <a:t>08/10/2025</a:t>
            </a:fld>
            <a:endParaRPr lang="es-ES"/>
          </a:p>
        </p:txBody>
      </p:sp>
      <p:sp>
        <p:nvSpPr>
          <p:cNvPr id="3" name="4 Marcador de pie de página">
            <a:extLst>
              <a:ext uri="{FF2B5EF4-FFF2-40B4-BE49-F238E27FC236}">
                <a16:creationId xmlns:a16="http://schemas.microsoft.com/office/drawing/2014/main" id="{39947538-3456-D076-E866-E83D03B24F40}"/>
              </a:ext>
            </a:extLst>
          </p:cNvPr>
          <p:cNvSpPr>
            <a:spLocks noGrp="1"/>
          </p:cNvSpPr>
          <p:nvPr>
            <p:ph type="ftr" sz="quarter" idx="11"/>
          </p:nvPr>
        </p:nvSpPr>
        <p:spPr/>
        <p:txBody>
          <a:bodyPr/>
          <a:lstStyle>
            <a:lvl1pPr>
              <a:defRPr/>
            </a:lvl1pPr>
          </a:lstStyle>
          <a:p>
            <a:pPr>
              <a:defRPr/>
            </a:pPr>
            <a:endParaRPr lang="es-ES"/>
          </a:p>
        </p:txBody>
      </p:sp>
      <p:sp>
        <p:nvSpPr>
          <p:cNvPr id="4" name="5 Marcador de número de diapositiva">
            <a:extLst>
              <a:ext uri="{FF2B5EF4-FFF2-40B4-BE49-F238E27FC236}">
                <a16:creationId xmlns:a16="http://schemas.microsoft.com/office/drawing/2014/main" id="{D055E8F8-5614-736E-E288-DF47805A6D45}"/>
              </a:ext>
            </a:extLst>
          </p:cNvPr>
          <p:cNvSpPr>
            <a:spLocks noGrp="1"/>
          </p:cNvSpPr>
          <p:nvPr>
            <p:ph type="sldNum" sz="quarter" idx="12"/>
          </p:nvPr>
        </p:nvSpPr>
        <p:spPr/>
        <p:txBody>
          <a:bodyPr/>
          <a:lstStyle>
            <a:lvl1pPr>
              <a:defRPr/>
            </a:lvl1pPr>
          </a:lstStyle>
          <a:p>
            <a:fld id="{9C5EB25B-4BE0-4ACA-ADF1-FAD6475E6150}" type="slidenum">
              <a:rPr lang="es-ES" altLang="es-ES"/>
              <a:pPr/>
              <a:t>‹#›</a:t>
            </a:fld>
            <a:endParaRPr lang="es-ES" altLang="es-ES"/>
          </a:p>
        </p:txBody>
      </p:sp>
    </p:spTree>
    <p:extLst>
      <p:ext uri="{BB962C8B-B14F-4D97-AF65-F5344CB8AC3E}">
        <p14:creationId xmlns:p14="http://schemas.microsoft.com/office/powerpoint/2010/main" val="40435789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3 Marcador de fecha">
            <a:extLst>
              <a:ext uri="{FF2B5EF4-FFF2-40B4-BE49-F238E27FC236}">
                <a16:creationId xmlns:a16="http://schemas.microsoft.com/office/drawing/2014/main" id="{7CE2C2FB-6590-8937-4D1A-C9E3937BF12C}"/>
              </a:ext>
            </a:extLst>
          </p:cNvPr>
          <p:cNvSpPr>
            <a:spLocks noGrp="1"/>
          </p:cNvSpPr>
          <p:nvPr>
            <p:ph type="dt" sz="half" idx="10"/>
          </p:nvPr>
        </p:nvSpPr>
        <p:spPr/>
        <p:txBody>
          <a:bodyPr/>
          <a:lstStyle>
            <a:lvl1pPr>
              <a:defRPr/>
            </a:lvl1pPr>
          </a:lstStyle>
          <a:p>
            <a:pPr>
              <a:defRPr/>
            </a:pPr>
            <a:fld id="{8C74E1DA-2069-42CC-8440-26A7919F68A7}" type="datetimeFigureOut">
              <a:rPr lang="es-ES"/>
              <a:pPr>
                <a:defRPr/>
              </a:pPr>
              <a:t>08/10/2025</a:t>
            </a:fld>
            <a:endParaRPr lang="es-ES"/>
          </a:p>
        </p:txBody>
      </p:sp>
      <p:sp>
        <p:nvSpPr>
          <p:cNvPr id="6" name="4 Marcador de pie de página">
            <a:extLst>
              <a:ext uri="{FF2B5EF4-FFF2-40B4-BE49-F238E27FC236}">
                <a16:creationId xmlns:a16="http://schemas.microsoft.com/office/drawing/2014/main" id="{07CC54F2-FF2C-6F70-26CB-A5992AB0F964}"/>
              </a:ext>
            </a:extLst>
          </p:cNvPr>
          <p:cNvSpPr>
            <a:spLocks noGrp="1"/>
          </p:cNvSpPr>
          <p:nvPr>
            <p:ph type="ftr" sz="quarter" idx="11"/>
          </p:nvPr>
        </p:nvSpPr>
        <p:spPr/>
        <p:txBody>
          <a:bodyPr/>
          <a:lstStyle>
            <a:lvl1pPr>
              <a:defRPr/>
            </a:lvl1pPr>
          </a:lstStyle>
          <a:p>
            <a:pPr>
              <a:defRPr/>
            </a:pPr>
            <a:endParaRPr lang="es-ES"/>
          </a:p>
        </p:txBody>
      </p:sp>
      <p:sp>
        <p:nvSpPr>
          <p:cNvPr id="7" name="5 Marcador de número de diapositiva">
            <a:extLst>
              <a:ext uri="{FF2B5EF4-FFF2-40B4-BE49-F238E27FC236}">
                <a16:creationId xmlns:a16="http://schemas.microsoft.com/office/drawing/2014/main" id="{B186844C-AB5C-B89E-286A-47DE5CFEFE0B}"/>
              </a:ext>
            </a:extLst>
          </p:cNvPr>
          <p:cNvSpPr>
            <a:spLocks noGrp="1"/>
          </p:cNvSpPr>
          <p:nvPr>
            <p:ph type="sldNum" sz="quarter" idx="12"/>
          </p:nvPr>
        </p:nvSpPr>
        <p:spPr/>
        <p:txBody>
          <a:bodyPr/>
          <a:lstStyle>
            <a:lvl1pPr>
              <a:defRPr/>
            </a:lvl1pPr>
          </a:lstStyle>
          <a:p>
            <a:fld id="{4646D3E8-DEFF-4CA2-B019-F06C975EC3B7}" type="slidenum">
              <a:rPr lang="es-ES" altLang="es-ES"/>
              <a:pPr/>
              <a:t>‹#›</a:t>
            </a:fld>
            <a:endParaRPr lang="es-ES" altLang="es-ES"/>
          </a:p>
        </p:txBody>
      </p:sp>
    </p:spTree>
    <p:extLst>
      <p:ext uri="{BB962C8B-B14F-4D97-AF65-F5344CB8AC3E}">
        <p14:creationId xmlns:p14="http://schemas.microsoft.com/office/powerpoint/2010/main" val="1440199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p>
        </p:txBody>
      </p:sp>
      <p:sp>
        <p:nvSpPr>
          <p:cNvPr id="3" name="2 Marcador de posición de imagen"/>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ES" noProof="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3 Marcador de fecha">
            <a:extLst>
              <a:ext uri="{FF2B5EF4-FFF2-40B4-BE49-F238E27FC236}">
                <a16:creationId xmlns:a16="http://schemas.microsoft.com/office/drawing/2014/main" id="{2DEEF051-1EA5-7567-A1C3-F790822EDF66}"/>
              </a:ext>
            </a:extLst>
          </p:cNvPr>
          <p:cNvSpPr>
            <a:spLocks noGrp="1"/>
          </p:cNvSpPr>
          <p:nvPr>
            <p:ph type="dt" sz="half" idx="10"/>
          </p:nvPr>
        </p:nvSpPr>
        <p:spPr/>
        <p:txBody>
          <a:bodyPr/>
          <a:lstStyle>
            <a:lvl1pPr>
              <a:defRPr/>
            </a:lvl1pPr>
          </a:lstStyle>
          <a:p>
            <a:pPr>
              <a:defRPr/>
            </a:pPr>
            <a:fld id="{FA3DBEC9-7469-419A-938B-930AF2ACAEC9}" type="datetimeFigureOut">
              <a:rPr lang="es-ES"/>
              <a:pPr>
                <a:defRPr/>
              </a:pPr>
              <a:t>08/10/2025</a:t>
            </a:fld>
            <a:endParaRPr lang="es-ES"/>
          </a:p>
        </p:txBody>
      </p:sp>
      <p:sp>
        <p:nvSpPr>
          <p:cNvPr id="6" name="4 Marcador de pie de página">
            <a:extLst>
              <a:ext uri="{FF2B5EF4-FFF2-40B4-BE49-F238E27FC236}">
                <a16:creationId xmlns:a16="http://schemas.microsoft.com/office/drawing/2014/main" id="{34E2040B-02B2-6C5C-475B-EFC33BEB5F33}"/>
              </a:ext>
            </a:extLst>
          </p:cNvPr>
          <p:cNvSpPr>
            <a:spLocks noGrp="1"/>
          </p:cNvSpPr>
          <p:nvPr>
            <p:ph type="ftr" sz="quarter" idx="11"/>
          </p:nvPr>
        </p:nvSpPr>
        <p:spPr/>
        <p:txBody>
          <a:bodyPr/>
          <a:lstStyle>
            <a:lvl1pPr>
              <a:defRPr/>
            </a:lvl1pPr>
          </a:lstStyle>
          <a:p>
            <a:pPr>
              <a:defRPr/>
            </a:pPr>
            <a:endParaRPr lang="es-ES"/>
          </a:p>
        </p:txBody>
      </p:sp>
      <p:sp>
        <p:nvSpPr>
          <p:cNvPr id="7" name="5 Marcador de número de diapositiva">
            <a:extLst>
              <a:ext uri="{FF2B5EF4-FFF2-40B4-BE49-F238E27FC236}">
                <a16:creationId xmlns:a16="http://schemas.microsoft.com/office/drawing/2014/main" id="{9BCE2A3E-1CFE-6617-595A-0447F69BFBB4}"/>
              </a:ext>
            </a:extLst>
          </p:cNvPr>
          <p:cNvSpPr>
            <a:spLocks noGrp="1"/>
          </p:cNvSpPr>
          <p:nvPr>
            <p:ph type="sldNum" sz="quarter" idx="12"/>
          </p:nvPr>
        </p:nvSpPr>
        <p:spPr/>
        <p:txBody>
          <a:bodyPr/>
          <a:lstStyle>
            <a:lvl1pPr>
              <a:defRPr/>
            </a:lvl1pPr>
          </a:lstStyle>
          <a:p>
            <a:fld id="{9C17E25D-93E9-4BE8-8AF0-E42CB082E5EE}" type="slidenum">
              <a:rPr lang="es-ES" altLang="es-ES"/>
              <a:pPr/>
              <a:t>‹#›</a:t>
            </a:fld>
            <a:endParaRPr lang="es-ES" altLang="es-ES"/>
          </a:p>
        </p:txBody>
      </p:sp>
    </p:spTree>
    <p:extLst>
      <p:ext uri="{BB962C8B-B14F-4D97-AF65-F5344CB8AC3E}">
        <p14:creationId xmlns:p14="http://schemas.microsoft.com/office/powerpoint/2010/main" val="9214009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a:extLst>
              <a:ext uri="{FF2B5EF4-FFF2-40B4-BE49-F238E27FC236}">
                <a16:creationId xmlns:a16="http://schemas.microsoft.com/office/drawing/2014/main" id="{15C6EEA2-07B0-4F1D-1F58-71E3A6F9AAF2}"/>
              </a:ext>
            </a:extLst>
          </p:cNvPr>
          <p:cNvSpPr>
            <a:spLocks noGrp="1"/>
          </p:cNvSpPr>
          <p:nvPr>
            <p:ph type="dt" sz="half" idx="10"/>
          </p:nvPr>
        </p:nvSpPr>
        <p:spPr/>
        <p:txBody>
          <a:bodyPr/>
          <a:lstStyle>
            <a:lvl1pPr>
              <a:defRPr/>
            </a:lvl1pPr>
          </a:lstStyle>
          <a:p>
            <a:pPr>
              <a:defRPr/>
            </a:pPr>
            <a:fld id="{41D2612F-931C-4F25-A09F-275FDA181420}" type="datetimeFigureOut">
              <a:rPr lang="es-ES"/>
              <a:pPr>
                <a:defRPr/>
              </a:pPr>
              <a:t>08/10/2025</a:t>
            </a:fld>
            <a:endParaRPr lang="es-ES"/>
          </a:p>
        </p:txBody>
      </p:sp>
      <p:sp>
        <p:nvSpPr>
          <p:cNvPr id="5" name="4 Marcador de pie de página">
            <a:extLst>
              <a:ext uri="{FF2B5EF4-FFF2-40B4-BE49-F238E27FC236}">
                <a16:creationId xmlns:a16="http://schemas.microsoft.com/office/drawing/2014/main" id="{4217827C-04D6-B92D-27BD-96848245352D}"/>
              </a:ext>
            </a:extLst>
          </p:cNvPr>
          <p:cNvSpPr>
            <a:spLocks noGrp="1"/>
          </p:cNvSpPr>
          <p:nvPr>
            <p:ph type="ftr" sz="quarter" idx="11"/>
          </p:nvPr>
        </p:nvSpPr>
        <p:spPr/>
        <p:txBody>
          <a:bodyPr/>
          <a:lstStyle>
            <a:lvl1pPr>
              <a:defRPr/>
            </a:lvl1pPr>
          </a:lstStyle>
          <a:p>
            <a:pPr>
              <a:defRPr/>
            </a:pPr>
            <a:endParaRPr lang="es-ES"/>
          </a:p>
        </p:txBody>
      </p:sp>
      <p:sp>
        <p:nvSpPr>
          <p:cNvPr id="6" name="5 Marcador de número de diapositiva">
            <a:extLst>
              <a:ext uri="{FF2B5EF4-FFF2-40B4-BE49-F238E27FC236}">
                <a16:creationId xmlns:a16="http://schemas.microsoft.com/office/drawing/2014/main" id="{C1C80EBB-B28D-FB92-3CA5-9D6804F93866}"/>
              </a:ext>
            </a:extLst>
          </p:cNvPr>
          <p:cNvSpPr>
            <a:spLocks noGrp="1"/>
          </p:cNvSpPr>
          <p:nvPr>
            <p:ph type="sldNum" sz="quarter" idx="12"/>
          </p:nvPr>
        </p:nvSpPr>
        <p:spPr/>
        <p:txBody>
          <a:bodyPr/>
          <a:lstStyle>
            <a:lvl1pPr>
              <a:defRPr/>
            </a:lvl1pPr>
          </a:lstStyle>
          <a:p>
            <a:fld id="{61C4DCA2-0E27-4B47-9880-D060ABFF3206}" type="slidenum">
              <a:rPr lang="es-ES" altLang="es-ES"/>
              <a:pPr/>
              <a:t>‹#›</a:t>
            </a:fld>
            <a:endParaRPr lang="es-ES" altLang="es-ES"/>
          </a:p>
        </p:txBody>
      </p:sp>
    </p:spTree>
    <p:extLst>
      <p:ext uri="{BB962C8B-B14F-4D97-AF65-F5344CB8AC3E}">
        <p14:creationId xmlns:p14="http://schemas.microsoft.com/office/powerpoint/2010/main" val="21955910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a:t>Haga clic para modificar el estilo de título del patrón</a:t>
            </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a:extLst>
              <a:ext uri="{FF2B5EF4-FFF2-40B4-BE49-F238E27FC236}">
                <a16:creationId xmlns:a16="http://schemas.microsoft.com/office/drawing/2014/main" id="{16AFF814-0F38-5F23-F633-2BA9049664AF}"/>
              </a:ext>
            </a:extLst>
          </p:cNvPr>
          <p:cNvSpPr>
            <a:spLocks noGrp="1"/>
          </p:cNvSpPr>
          <p:nvPr>
            <p:ph type="dt" sz="half" idx="10"/>
          </p:nvPr>
        </p:nvSpPr>
        <p:spPr/>
        <p:txBody>
          <a:bodyPr/>
          <a:lstStyle>
            <a:lvl1pPr>
              <a:defRPr/>
            </a:lvl1pPr>
          </a:lstStyle>
          <a:p>
            <a:pPr>
              <a:defRPr/>
            </a:pPr>
            <a:fld id="{4EC1B095-62FA-4FC5-8DF6-451D7208EC40}" type="datetimeFigureOut">
              <a:rPr lang="es-ES"/>
              <a:pPr>
                <a:defRPr/>
              </a:pPr>
              <a:t>08/10/2025</a:t>
            </a:fld>
            <a:endParaRPr lang="es-ES"/>
          </a:p>
        </p:txBody>
      </p:sp>
      <p:sp>
        <p:nvSpPr>
          <p:cNvPr id="5" name="4 Marcador de pie de página">
            <a:extLst>
              <a:ext uri="{FF2B5EF4-FFF2-40B4-BE49-F238E27FC236}">
                <a16:creationId xmlns:a16="http://schemas.microsoft.com/office/drawing/2014/main" id="{22790A56-42B5-8548-9033-F0A1B6FDF8BF}"/>
              </a:ext>
            </a:extLst>
          </p:cNvPr>
          <p:cNvSpPr>
            <a:spLocks noGrp="1"/>
          </p:cNvSpPr>
          <p:nvPr>
            <p:ph type="ftr" sz="quarter" idx="11"/>
          </p:nvPr>
        </p:nvSpPr>
        <p:spPr/>
        <p:txBody>
          <a:bodyPr/>
          <a:lstStyle>
            <a:lvl1pPr>
              <a:defRPr/>
            </a:lvl1pPr>
          </a:lstStyle>
          <a:p>
            <a:pPr>
              <a:defRPr/>
            </a:pPr>
            <a:endParaRPr lang="es-ES"/>
          </a:p>
        </p:txBody>
      </p:sp>
      <p:sp>
        <p:nvSpPr>
          <p:cNvPr id="6" name="5 Marcador de número de diapositiva">
            <a:extLst>
              <a:ext uri="{FF2B5EF4-FFF2-40B4-BE49-F238E27FC236}">
                <a16:creationId xmlns:a16="http://schemas.microsoft.com/office/drawing/2014/main" id="{DA692BD2-A98A-3388-D4B0-B7FF0DFCBC61}"/>
              </a:ext>
            </a:extLst>
          </p:cNvPr>
          <p:cNvSpPr>
            <a:spLocks noGrp="1"/>
          </p:cNvSpPr>
          <p:nvPr>
            <p:ph type="sldNum" sz="quarter" idx="12"/>
          </p:nvPr>
        </p:nvSpPr>
        <p:spPr/>
        <p:txBody>
          <a:bodyPr/>
          <a:lstStyle>
            <a:lvl1pPr>
              <a:defRPr/>
            </a:lvl1pPr>
          </a:lstStyle>
          <a:p>
            <a:fld id="{03F50FDC-E87F-425D-BBD2-20B3C6FF4D7B}" type="slidenum">
              <a:rPr lang="es-ES" altLang="es-ES"/>
              <a:pPr/>
              <a:t>‹#›</a:t>
            </a:fld>
            <a:endParaRPr lang="es-ES" altLang="es-ES"/>
          </a:p>
        </p:txBody>
      </p:sp>
    </p:spTree>
    <p:extLst>
      <p:ext uri="{BB962C8B-B14F-4D97-AF65-F5344CB8AC3E}">
        <p14:creationId xmlns:p14="http://schemas.microsoft.com/office/powerpoint/2010/main" val="21961748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1 Marcador de título">
            <a:extLst>
              <a:ext uri="{FF2B5EF4-FFF2-40B4-BE49-F238E27FC236}">
                <a16:creationId xmlns:a16="http://schemas.microsoft.com/office/drawing/2014/main" id="{897C20F8-4D0A-EB6D-F1AA-5989E869DE43}"/>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s-ES" altLang="ca-ES"/>
              <a:t>Haga clic para modificar el estilo de título del patrón</a:t>
            </a:r>
          </a:p>
        </p:txBody>
      </p:sp>
      <p:sp>
        <p:nvSpPr>
          <p:cNvPr id="1027" name="2 Marcador de texto">
            <a:extLst>
              <a:ext uri="{FF2B5EF4-FFF2-40B4-BE49-F238E27FC236}">
                <a16:creationId xmlns:a16="http://schemas.microsoft.com/office/drawing/2014/main" id="{E6CF96D8-BFA3-2DF1-EC1C-1F0A7CCDA1B2}"/>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 altLang="ca-ES"/>
              <a:t>Haga clic para modificar el estilo de texto del patrón</a:t>
            </a:r>
          </a:p>
          <a:p>
            <a:pPr lvl="1"/>
            <a:r>
              <a:rPr lang="es-ES" altLang="ca-ES"/>
              <a:t>Segundo nivel</a:t>
            </a:r>
          </a:p>
          <a:p>
            <a:pPr lvl="2"/>
            <a:r>
              <a:rPr lang="es-ES" altLang="ca-ES"/>
              <a:t>Tercer nivel</a:t>
            </a:r>
          </a:p>
          <a:p>
            <a:pPr lvl="3"/>
            <a:r>
              <a:rPr lang="es-ES" altLang="ca-ES"/>
              <a:t>Cuarto nivel</a:t>
            </a:r>
          </a:p>
          <a:p>
            <a:pPr lvl="4"/>
            <a:r>
              <a:rPr lang="es-ES" altLang="ca-ES"/>
              <a:t>Quinto nivel</a:t>
            </a:r>
          </a:p>
        </p:txBody>
      </p:sp>
      <p:sp>
        <p:nvSpPr>
          <p:cNvPr id="4" name="3 Marcador de fecha">
            <a:extLst>
              <a:ext uri="{FF2B5EF4-FFF2-40B4-BE49-F238E27FC236}">
                <a16:creationId xmlns:a16="http://schemas.microsoft.com/office/drawing/2014/main" id="{6BB77F33-EB35-027A-1FF8-872C031858FC}"/>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defRPr sz="1200">
                <a:solidFill>
                  <a:schemeClr val="tx1">
                    <a:tint val="75000"/>
                  </a:schemeClr>
                </a:solidFill>
                <a:latin typeface="Arial" charset="0"/>
              </a:defRPr>
            </a:lvl1pPr>
          </a:lstStyle>
          <a:p>
            <a:pPr>
              <a:defRPr/>
            </a:pPr>
            <a:fld id="{CFC83C62-7BFD-4634-B578-AC97F3E99485}" type="datetimeFigureOut">
              <a:rPr lang="es-ES"/>
              <a:pPr>
                <a:defRPr/>
              </a:pPr>
              <a:t>08/10/2025</a:t>
            </a:fld>
            <a:endParaRPr lang="es-ES"/>
          </a:p>
        </p:txBody>
      </p:sp>
      <p:sp>
        <p:nvSpPr>
          <p:cNvPr id="5" name="4 Marcador de pie de página">
            <a:extLst>
              <a:ext uri="{FF2B5EF4-FFF2-40B4-BE49-F238E27FC236}">
                <a16:creationId xmlns:a16="http://schemas.microsoft.com/office/drawing/2014/main" id="{73C16986-241D-F5FA-D5FA-05D6C39DC0E2}"/>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hangingPunct="1">
              <a:defRPr sz="1200">
                <a:solidFill>
                  <a:schemeClr val="tx1">
                    <a:tint val="75000"/>
                  </a:schemeClr>
                </a:solidFill>
                <a:latin typeface="Arial" charset="0"/>
              </a:defRPr>
            </a:lvl1pPr>
          </a:lstStyle>
          <a:p>
            <a:pPr>
              <a:defRPr/>
            </a:pPr>
            <a:endParaRPr lang="es-ES"/>
          </a:p>
        </p:txBody>
      </p:sp>
      <p:sp>
        <p:nvSpPr>
          <p:cNvPr id="6" name="5 Marcador de número de diapositiva">
            <a:extLst>
              <a:ext uri="{FF2B5EF4-FFF2-40B4-BE49-F238E27FC236}">
                <a16:creationId xmlns:a16="http://schemas.microsoft.com/office/drawing/2014/main" id="{AD1D25F5-B446-A25D-2350-0BF0D05D8758}"/>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284CF104-81BD-4D4D-BF18-A919000197F6}" type="slidenum">
              <a:rPr lang="es-ES" altLang="es-ES"/>
              <a:pPr/>
              <a:t>‹#›</a:t>
            </a:fld>
            <a:endParaRPr lang="es-ES" altLang="es-ES"/>
          </a:p>
        </p:txBody>
      </p:sp>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aplicacions.ensenyament.gencat.cat/pls/apex/f?p=2011014:19"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1 Título">
            <a:extLst>
              <a:ext uri="{FF2B5EF4-FFF2-40B4-BE49-F238E27FC236}">
                <a16:creationId xmlns:a16="http://schemas.microsoft.com/office/drawing/2014/main" id="{C1A634FC-25B0-A523-E21E-AA32DE2F751B}"/>
              </a:ext>
            </a:extLst>
          </p:cNvPr>
          <p:cNvSpPr>
            <a:spLocks noGrp="1"/>
          </p:cNvSpPr>
          <p:nvPr>
            <p:ph type="ctrTitle"/>
          </p:nvPr>
        </p:nvSpPr>
        <p:spPr/>
        <p:txBody>
          <a:bodyPr/>
          <a:lstStyle/>
          <a:p>
            <a:pPr eaLnBrk="1" hangingPunct="1"/>
            <a:r>
              <a:rPr lang="ca-ES" altLang="ca-ES" b="1">
                <a:solidFill>
                  <a:schemeClr val="accent2"/>
                </a:solidFill>
              </a:rPr>
              <a:t>Complements per a la formació disciplinar</a:t>
            </a:r>
          </a:p>
        </p:txBody>
      </p:sp>
      <p:sp>
        <p:nvSpPr>
          <p:cNvPr id="2051" name="2 Subtítulo">
            <a:extLst>
              <a:ext uri="{FF2B5EF4-FFF2-40B4-BE49-F238E27FC236}">
                <a16:creationId xmlns:a16="http://schemas.microsoft.com/office/drawing/2014/main" id="{9CC934C8-DBF0-4E1F-1C27-494E552F609B}"/>
              </a:ext>
            </a:extLst>
          </p:cNvPr>
          <p:cNvSpPr>
            <a:spLocks noGrp="1"/>
          </p:cNvSpPr>
          <p:nvPr>
            <p:ph type="subTitle" idx="1"/>
          </p:nvPr>
        </p:nvSpPr>
        <p:spPr>
          <a:xfrm>
            <a:off x="1258888" y="4149725"/>
            <a:ext cx="7481887" cy="1752600"/>
          </a:xfrm>
        </p:spPr>
        <p:txBody>
          <a:bodyPr/>
          <a:lstStyle/>
          <a:p>
            <a:pPr algn="r" eaLnBrk="1" hangingPunct="1">
              <a:buFont typeface="Wingdings 2" panose="05020102010507070707" pitchFamily="18" charset="2"/>
              <a:buNone/>
            </a:pPr>
            <a:r>
              <a:rPr lang="ca-ES" altLang="ca-ES" sz="2000" b="1" dirty="0">
                <a:solidFill>
                  <a:srgbClr val="898989"/>
                </a:solidFill>
              </a:rPr>
              <a:t>Màster de formació inicial de professorat d’educació secundaria obligatòria i batxillerat, especialitat de ciències naturals, </a:t>
            </a:r>
          </a:p>
          <a:p>
            <a:pPr algn="r" eaLnBrk="1" hangingPunct="1">
              <a:buFont typeface="Wingdings 2" panose="05020102010507070707" pitchFamily="18" charset="2"/>
              <a:buNone/>
            </a:pPr>
            <a:r>
              <a:rPr lang="ca-ES" altLang="ca-ES" sz="2000" b="1" dirty="0">
                <a:solidFill>
                  <a:srgbClr val="898989"/>
                </a:solidFill>
              </a:rPr>
              <a:t>curs 2025-26</a:t>
            </a:r>
          </a:p>
          <a:p>
            <a:pPr algn="r" eaLnBrk="1" hangingPunct="1">
              <a:buFont typeface="Wingdings 2" panose="05020102010507070707" pitchFamily="18" charset="2"/>
              <a:buNone/>
            </a:pPr>
            <a:endParaRPr lang="ca-ES" altLang="ca-ES" sz="2000" b="1" dirty="0">
              <a:solidFill>
                <a:srgbClr val="898989"/>
              </a:solidFill>
            </a:endParaRPr>
          </a:p>
        </p:txBody>
      </p:sp>
      <p:grpSp>
        <p:nvGrpSpPr>
          <p:cNvPr id="2052" name="Agrupa 6">
            <a:extLst>
              <a:ext uri="{FF2B5EF4-FFF2-40B4-BE49-F238E27FC236}">
                <a16:creationId xmlns:a16="http://schemas.microsoft.com/office/drawing/2014/main" id="{3888CC5B-EC57-7F6F-B7A0-D0A2502AB52D}"/>
              </a:ext>
            </a:extLst>
          </p:cNvPr>
          <p:cNvGrpSpPr>
            <a:grpSpLocks/>
          </p:cNvGrpSpPr>
          <p:nvPr/>
        </p:nvGrpSpPr>
        <p:grpSpPr bwMode="auto">
          <a:xfrm>
            <a:off x="684213" y="5516563"/>
            <a:ext cx="2571750" cy="928687"/>
            <a:chOff x="0" y="0"/>
            <a:chExt cx="2571736" cy="928670"/>
          </a:xfrm>
        </p:grpSpPr>
        <p:sp>
          <p:nvSpPr>
            <p:cNvPr id="5" name="Rectangle 4">
              <a:extLst>
                <a:ext uri="{FF2B5EF4-FFF2-40B4-BE49-F238E27FC236}">
                  <a16:creationId xmlns:a16="http://schemas.microsoft.com/office/drawing/2014/main" id="{75AAEA83-ED35-05E5-79CC-B64F5DB15A1C}"/>
                </a:ext>
              </a:extLst>
            </p:cNvPr>
            <p:cNvSpPr/>
            <p:nvPr/>
          </p:nvSpPr>
          <p:spPr>
            <a:xfrm>
              <a:off x="0" y="0"/>
              <a:ext cx="2571736" cy="92867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ca-ES"/>
            </a:p>
          </p:txBody>
        </p:sp>
        <p:pic>
          <p:nvPicPr>
            <p:cNvPr id="2055" name="Imatge 5" descr="marcaUPF.png">
              <a:extLst>
                <a:ext uri="{FF2B5EF4-FFF2-40B4-BE49-F238E27FC236}">
                  <a16:creationId xmlns:a16="http://schemas.microsoft.com/office/drawing/2014/main" id="{DDDE112F-147C-452E-6B84-851AC572BBD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2844" y="160969"/>
              <a:ext cx="2071702" cy="69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053" name="AutoShape 9">
            <a:extLst>
              <a:ext uri="{FF2B5EF4-FFF2-40B4-BE49-F238E27FC236}">
                <a16:creationId xmlns:a16="http://schemas.microsoft.com/office/drawing/2014/main" id="{3A93BC6C-A3E6-29BA-C325-750B25A8DC78}"/>
              </a:ext>
            </a:extLst>
          </p:cNvPr>
          <p:cNvSpPr>
            <a:spLocks noChangeArrowheads="1"/>
          </p:cNvSpPr>
          <p:nvPr/>
        </p:nvSpPr>
        <p:spPr bwMode="auto">
          <a:xfrm>
            <a:off x="250825" y="260350"/>
            <a:ext cx="8642350" cy="6337300"/>
          </a:xfrm>
          <a:prstGeom prst="roundRect">
            <a:avLst>
              <a:gd name="adj" fmla="val 5134"/>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ca-ES" altLang="ca-ES" sz="1800">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8" descr="Resultat d'imatges de ciencia">
            <a:extLst>
              <a:ext uri="{FF2B5EF4-FFF2-40B4-BE49-F238E27FC236}">
                <a16:creationId xmlns:a16="http://schemas.microsoft.com/office/drawing/2014/main" id="{88BAA44F-E57F-C2D1-C7F5-62D2C84713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836613"/>
            <a:ext cx="7127875" cy="445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AutoShape 9">
            <a:extLst>
              <a:ext uri="{FF2B5EF4-FFF2-40B4-BE49-F238E27FC236}">
                <a16:creationId xmlns:a16="http://schemas.microsoft.com/office/drawing/2014/main" id="{97CD0BBD-4C80-EDD7-FD57-0D55FAB67E4A}"/>
              </a:ext>
            </a:extLst>
          </p:cNvPr>
          <p:cNvSpPr>
            <a:spLocks noChangeArrowheads="1"/>
          </p:cNvSpPr>
          <p:nvPr/>
        </p:nvSpPr>
        <p:spPr bwMode="auto">
          <a:xfrm>
            <a:off x="250825" y="260350"/>
            <a:ext cx="8642350" cy="6337300"/>
          </a:xfrm>
          <a:prstGeom prst="roundRect">
            <a:avLst>
              <a:gd name="adj" fmla="val 5134"/>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ca-ES" altLang="ca-ES" sz="1800">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AutoShape 7">
            <a:extLst>
              <a:ext uri="{FF2B5EF4-FFF2-40B4-BE49-F238E27FC236}">
                <a16:creationId xmlns:a16="http://schemas.microsoft.com/office/drawing/2014/main" id="{64B5759C-3075-CC6E-B6EF-56EA604F9291}"/>
              </a:ext>
            </a:extLst>
          </p:cNvPr>
          <p:cNvSpPr>
            <a:spLocks noChangeArrowheads="1"/>
          </p:cNvSpPr>
          <p:nvPr/>
        </p:nvSpPr>
        <p:spPr bwMode="auto">
          <a:xfrm>
            <a:off x="250825" y="260350"/>
            <a:ext cx="8642350" cy="6337300"/>
          </a:xfrm>
          <a:prstGeom prst="roundRect">
            <a:avLst>
              <a:gd name="adj" fmla="val 5134"/>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ca-ES" altLang="ca-ES" sz="1800">
              <a:latin typeface="Arial" panose="020B0604020202020204" pitchFamily="34" charset="0"/>
            </a:endParaRPr>
          </a:p>
        </p:txBody>
      </p:sp>
      <p:pic>
        <p:nvPicPr>
          <p:cNvPr id="4099" name="Picture 9" descr="Resultat d'imatges de teacher in panic">
            <a:extLst>
              <a:ext uri="{FF2B5EF4-FFF2-40B4-BE49-F238E27FC236}">
                <a16:creationId xmlns:a16="http://schemas.microsoft.com/office/drawing/2014/main" id="{5D113CE2-2AFB-76D0-50B4-C5CD68BBB1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1650" y="1571625"/>
            <a:ext cx="5600700" cy="371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AutoShape 2">
            <a:extLst>
              <a:ext uri="{FF2B5EF4-FFF2-40B4-BE49-F238E27FC236}">
                <a16:creationId xmlns:a16="http://schemas.microsoft.com/office/drawing/2014/main" id="{F339D457-9624-BFAE-71B2-3194BC65DC6E}"/>
              </a:ext>
            </a:extLst>
          </p:cNvPr>
          <p:cNvSpPr>
            <a:spLocks noChangeArrowheads="1"/>
          </p:cNvSpPr>
          <p:nvPr/>
        </p:nvSpPr>
        <p:spPr bwMode="auto">
          <a:xfrm>
            <a:off x="250825" y="260350"/>
            <a:ext cx="8642350" cy="6337300"/>
          </a:xfrm>
          <a:prstGeom prst="roundRect">
            <a:avLst>
              <a:gd name="adj" fmla="val 5134"/>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ca-ES" altLang="ca-ES" sz="1800">
              <a:latin typeface="Arial" panose="020B0604020202020204" pitchFamily="34" charset="0"/>
            </a:endParaRPr>
          </a:p>
        </p:txBody>
      </p:sp>
      <p:pic>
        <p:nvPicPr>
          <p:cNvPr id="5123" name="Picture 5" descr="Resultat d'imatges de classroom">
            <a:extLst>
              <a:ext uri="{FF2B5EF4-FFF2-40B4-BE49-F238E27FC236}">
                <a16:creationId xmlns:a16="http://schemas.microsoft.com/office/drawing/2014/main" id="{00DE8F1D-CC99-9C82-20AD-2E6A2824CF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904875"/>
            <a:ext cx="8280400" cy="5075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AutoShape 2">
            <a:extLst>
              <a:ext uri="{FF2B5EF4-FFF2-40B4-BE49-F238E27FC236}">
                <a16:creationId xmlns:a16="http://schemas.microsoft.com/office/drawing/2014/main" id="{0663FB4D-7E2C-613A-C43B-A55DF706E427}"/>
              </a:ext>
            </a:extLst>
          </p:cNvPr>
          <p:cNvSpPr>
            <a:spLocks noChangeArrowheads="1"/>
          </p:cNvSpPr>
          <p:nvPr/>
        </p:nvSpPr>
        <p:spPr bwMode="auto">
          <a:xfrm>
            <a:off x="250825" y="260350"/>
            <a:ext cx="8642350" cy="6337300"/>
          </a:xfrm>
          <a:prstGeom prst="roundRect">
            <a:avLst>
              <a:gd name="adj" fmla="val 5134"/>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ca-ES" altLang="ca-ES" sz="1800">
              <a:latin typeface="Arial" panose="020B0604020202020204" pitchFamily="34" charset="0"/>
            </a:endParaRPr>
          </a:p>
        </p:txBody>
      </p:sp>
      <p:pic>
        <p:nvPicPr>
          <p:cNvPr id="6147" name="Picture 5" descr="Resultat d'imatges de teacher in panic">
            <a:extLst>
              <a:ext uri="{FF2B5EF4-FFF2-40B4-BE49-F238E27FC236}">
                <a16:creationId xmlns:a16="http://schemas.microsoft.com/office/drawing/2014/main" id="{E1AE69B5-D932-9A49-6F1A-08D2F3F28174}"/>
              </a:ext>
            </a:extLst>
          </p:cNvPr>
          <p:cNvPicPr>
            <a:picLocks noChangeAspect="1" noChangeArrowheads="1"/>
          </p:cNvPicPr>
          <p:nvPr/>
        </p:nvPicPr>
        <p:blipFill>
          <a:blip r:embed="rId2">
            <a:clrChange>
              <a:clrFrom>
                <a:srgbClr val="F60001"/>
              </a:clrFrom>
              <a:clrTo>
                <a:srgbClr val="F60001">
                  <a:alpha val="0"/>
                </a:srgbClr>
              </a:clrTo>
            </a:clrChange>
            <a:extLst>
              <a:ext uri="{28A0092B-C50C-407E-A947-70E740481C1C}">
                <a14:useLocalDpi xmlns:a14="http://schemas.microsoft.com/office/drawing/2010/main" val="0"/>
              </a:ext>
            </a:extLst>
          </a:blip>
          <a:srcRect/>
          <a:stretch>
            <a:fillRect/>
          </a:stretch>
        </p:blipFill>
        <p:spPr bwMode="auto">
          <a:xfrm>
            <a:off x="2700338" y="404813"/>
            <a:ext cx="6110287" cy="611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Marcador de contenido 3">
            <a:extLst>
              <a:ext uri="{FF2B5EF4-FFF2-40B4-BE49-F238E27FC236}">
                <a16:creationId xmlns:a16="http://schemas.microsoft.com/office/drawing/2014/main" id="{6210EA51-654F-541B-9004-E9B86188F93E}"/>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395288" y="404813"/>
            <a:ext cx="5688012" cy="6221412"/>
          </a:xfrm>
        </p:spPr>
      </p:pic>
      <p:sp>
        <p:nvSpPr>
          <p:cNvPr id="5" name="Elipse 4">
            <a:extLst>
              <a:ext uri="{FF2B5EF4-FFF2-40B4-BE49-F238E27FC236}">
                <a16:creationId xmlns:a16="http://schemas.microsoft.com/office/drawing/2014/main" id="{73859DCE-DD5C-FAE2-9482-BB2D60C1A2C0}"/>
              </a:ext>
            </a:extLst>
          </p:cNvPr>
          <p:cNvSpPr/>
          <p:nvPr/>
        </p:nvSpPr>
        <p:spPr>
          <a:xfrm>
            <a:off x="3924300" y="3141663"/>
            <a:ext cx="2160588" cy="1366837"/>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pic>
        <p:nvPicPr>
          <p:cNvPr id="7172" name="Imagen 5">
            <a:extLst>
              <a:ext uri="{FF2B5EF4-FFF2-40B4-BE49-F238E27FC236}">
                <a16:creationId xmlns:a16="http://schemas.microsoft.com/office/drawing/2014/main" id="{3C98DF6B-7044-2855-E833-1A4E5774FB9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549275"/>
            <a:ext cx="2987675" cy="153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AutoShape 7">
            <a:extLst>
              <a:ext uri="{FF2B5EF4-FFF2-40B4-BE49-F238E27FC236}">
                <a16:creationId xmlns:a16="http://schemas.microsoft.com/office/drawing/2014/main" id="{FC89FC52-09C0-9F83-92F1-AAC7405E7748}"/>
              </a:ext>
            </a:extLst>
          </p:cNvPr>
          <p:cNvSpPr>
            <a:spLocks noChangeArrowheads="1"/>
          </p:cNvSpPr>
          <p:nvPr/>
        </p:nvSpPr>
        <p:spPr bwMode="auto">
          <a:xfrm>
            <a:off x="250825" y="260350"/>
            <a:ext cx="8642350" cy="6337300"/>
          </a:xfrm>
          <a:prstGeom prst="roundRect">
            <a:avLst>
              <a:gd name="adj" fmla="val 5134"/>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ca-ES" altLang="ca-ES" sz="1800">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4 CuadroTexto">
            <a:extLst>
              <a:ext uri="{FF2B5EF4-FFF2-40B4-BE49-F238E27FC236}">
                <a16:creationId xmlns:a16="http://schemas.microsoft.com/office/drawing/2014/main" id="{BBFB4CDB-F633-FD59-CC92-9887EBF0E241}"/>
              </a:ext>
            </a:extLst>
          </p:cNvPr>
          <p:cNvSpPr txBox="1">
            <a:spLocks noChangeArrowheads="1"/>
          </p:cNvSpPr>
          <p:nvPr/>
        </p:nvSpPr>
        <p:spPr bwMode="auto">
          <a:xfrm>
            <a:off x="755650" y="1412875"/>
            <a:ext cx="4321175" cy="435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pPr>
            <a:r>
              <a:rPr lang="ca-ES" altLang="ca-ES" sz="2000">
                <a:latin typeface="Century Gothic" panose="020B0502020202020204" pitchFamily="34" charset="0"/>
              </a:rPr>
              <a:t> Conèixer els models científics clau de les disciplines científiques de l’especialitat.</a:t>
            </a:r>
          </a:p>
          <a:p>
            <a:pPr eaLnBrk="1" hangingPunct="1">
              <a:spcBef>
                <a:spcPct val="0"/>
              </a:spcBef>
            </a:pPr>
            <a:endParaRPr lang="ca-ES" altLang="ca-ES" sz="2000">
              <a:latin typeface="Century Gothic" panose="020B0502020202020204" pitchFamily="34" charset="0"/>
            </a:endParaRPr>
          </a:p>
          <a:p>
            <a:pPr eaLnBrk="1" hangingPunct="1">
              <a:spcBef>
                <a:spcPct val="0"/>
              </a:spcBef>
            </a:pPr>
            <a:r>
              <a:rPr lang="ca-ES" altLang="ca-ES" sz="2000">
                <a:latin typeface="Century Gothic" panose="020B0502020202020204" pitchFamily="34" charset="0"/>
              </a:rPr>
              <a:t> Entendre els errors conceptuals més rellevants relacionats amb els models clau de les ciències.</a:t>
            </a:r>
          </a:p>
          <a:p>
            <a:pPr eaLnBrk="1" hangingPunct="1">
              <a:spcBef>
                <a:spcPct val="0"/>
              </a:spcBef>
              <a:buFont typeface="Arial" panose="020B0604020202020204" pitchFamily="34" charset="0"/>
              <a:buNone/>
            </a:pPr>
            <a:endParaRPr lang="ca-ES" altLang="ca-ES" sz="2000">
              <a:latin typeface="Century Gothic" panose="020B0502020202020204" pitchFamily="34" charset="0"/>
            </a:endParaRPr>
          </a:p>
          <a:p>
            <a:pPr eaLnBrk="1" hangingPunct="1">
              <a:spcBef>
                <a:spcPct val="0"/>
              </a:spcBef>
            </a:pPr>
            <a:r>
              <a:rPr lang="ca-ES" altLang="ca-ES" sz="2000">
                <a:latin typeface="Century Gothic" panose="020B0502020202020204" pitchFamily="34" charset="0"/>
              </a:rPr>
              <a:t>Conèixer i aplicar les estratègies didàctiques més eficients per a que l’alumnat faci front als errors conceptuals més rellevants relacionats amb els models clau de les ciències</a:t>
            </a:r>
          </a:p>
        </p:txBody>
      </p:sp>
      <p:sp>
        <p:nvSpPr>
          <p:cNvPr id="8195" name="6 Rectángulo">
            <a:extLst>
              <a:ext uri="{FF2B5EF4-FFF2-40B4-BE49-F238E27FC236}">
                <a16:creationId xmlns:a16="http://schemas.microsoft.com/office/drawing/2014/main" id="{59ECCF16-7E8A-1885-67E5-678006B3CC99}"/>
              </a:ext>
            </a:extLst>
          </p:cNvPr>
          <p:cNvSpPr>
            <a:spLocks noChangeArrowheads="1"/>
          </p:cNvSpPr>
          <p:nvPr/>
        </p:nvSpPr>
        <p:spPr bwMode="auto">
          <a:xfrm>
            <a:off x="611188" y="620713"/>
            <a:ext cx="18176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s-ES" altLang="ca-ES" sz="2800">
                <a:latin typeface="Century Gothic" panose="020B0502020202020204" pitchFamily="34" charset="0"/>
              </a:rPr>
              <a:t>Objectius</a:t>
            </a:r>
          </a:p>
        </p:txBody>
      </p:sp>
      <p:sp>
        <p:nvSpPr>
          <p:cNvPr id="8196" name="AutoShape 7">
            <a:extLst>
              <a:ext uri="{FF2B5EF4-FFF2-40B4-BE49-F238E27FC236}">
                <a16:creationId xmlns:a16="http://schemas.microsoft.com/office/drawing/2014/main" id="{911989E1-9B5F-184C-E4EE-80BB23B5E222}"/>
              </a:ext>
            </a:extLst>
          </p:cNvPr>
          <p:cNvSpPr>
            <a:spLocks noChangeArrowheads="1"/>
          </p:cNvSpPr>
          <p:nvPr/>
        </p:nvSpPr>
        <p:spPr bwMode="auto">
          <a:xfrm>
            <a:off x="250825" y="260350"/>
            <a:ext cx="8642350" cy="6337300"/>
          </a:xfrm>
          <a:prstGeom prst="roundRect">
            <a:avLst>
              <a:gd name="adj" fmla="val 5134"/>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ca-ES" altLang="ca-ES" sz="1800">
              <a:latin typeface="Arial" panose="020B0604020202020204" pitchFamily="34" charset="0"/>
            </a:endParaRPr>
          </a:p>
        </p:txBody>
      </p:sp>
      <p:pic>
        <p:nvPicPr>
          <p:cNvPr id="8197" name="Picture 9" descr="Resultat d'imatges de galeria de curiosidades s.xviii">
            <a:extLst>
              <a:ext uri="{FF2B5EF4-FFF2-40B4-BE49-F238E27FC236}">
                <a16:creationId xmlns:a16="http://schemas.microsoft.com/office/drawing/2014/main" id="{7ED41E80-F996-E410-0AF4-9D04A1FE66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6825" y="1196975"/>
            <a:ext cx="3773488" cy="467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4 CuadroTexto">
            <a:extLst>
              <a:ext uri="{FF2B5EF4-FFF2-40B4-BE49-F238E27FC236}">
                <a16:creationId xmlns:a16="http://schemas.microsoft.com/office/drawing/2014/main" id="{7DC5E6FC-4CF7-5E36-393D-FB9A1AF47FF2}"/>
              </a:ext>
            </a:extLst>
          </p:cNvPr>
          <p:cNvSpPr txBox="1">
            <a:spLocks noChangeArrowheads="1"/>
          </p:cNvSpPr>
          <p:nvPr/>
        </p:nvSpPr>
        <p:spPr bwMode="auto">
          <a:xfrm>
            <a:off x="539750" y="1341438"/>
            <a:ext cx="7416800" cy="426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ca-ES" altLang="ca-ES" sz="1800">
              <a:latin typeface="Century Gothic" panose="020B0502020202020204" pitchFamily="34" charset="0"/>
            </a:endParaRPr>
          </a:p>
          <a:p>
            <a:pPr eaLnBrk="1" hangingPunct="1">
              <a:spcBef>
                <a:spcPct val="0"/>
              </a:spcBef>
            </a:pPr>
            <a:r>
              <a:rPr lang="ca-ES" altLang="ca-ES" sz="1800">
                <a:latin typeface="Century Gothic" panose="020B0502020202020204" pitchFamily="34" charset="0"/>
              </a:rPr>
              <a:t>Descripció i anàlisi dels curricula de ciències naturals de l’ESO i el batxillerat</a:t>
            </a:r>
          </a:p>
          <a:p>
            <a:pPr eaLnBrk="1" hangingPunct="1">
              <a:spcBef>
                <a:spcPct val="0"/>
              </a:spcBef>
              <a:buFontTx/>
              <a:buNone/>
            </a:pPr>
            <a:endParaRPr lang="ca-ES" altLang="ca-ES" sz="1800">
              <a:latin typeface="Century Gothic" panose="020B0502020202020204" pitchFamily="34" charset="0"/>
            </a:endParaRPr>
          </a:p>
          <a:p>
            <a:pPr eaLnBrk="1" hangingPunct="1">
              <a:spcBef>
                <a:spcPct val="0"/>
              </a:spcBef>
            </a:pPr>
            <a:r>
              <a:rPr lang="ca-ES" altLang="ca-ES" sz="1800">
                <a:latin typeface="Century Gothic" panose="020B0502020202020204" pitchFamily="34" charset="0"/>
              </a:rPr>
              <a:t>Anàlisi de la prova cientificotecnològica de 4t d’ESO</a:t>
            </a:r>
          </a:p>
          <a:p>
            <a:pPr eaLnBrk="1" hangingPunct="1">
              <a:spcBef>
                <a:spcPct val="0"/>
              </a:spcBef>
              <a:buFontTx/>
              <a:buNone/>
            </a:pPr>
            <a:endParaRPr lang="ca-ES" altLang="ca-ES" sz="1800">
              <a:latin typeface="Century Gothic" panose="020B0502020202020204" pitchFamily="34" charset="0"/>
            </a:endParaRPr>
          </a:p>
          <a:p>
            <a:pPr eaLnBrk="1" hangingPunct="1">
              <a:spcBef>
                <a:spcPct val="0"/>
              </a:spcBef>
            </a:pPr>
            <a:r>
              <a:rPr lang="ca-ES" altLang="ca-ES" sz="1800">
                <a:latin typeface="Century Gothic" panose="020B0502020202020204" pitchFamily="34" charset="0"/>
              </a:rPr>
              <a:t>L’ensenyament de la Biologia, la Geologia, la Física i la Química a l'educació secundària:</a:t>
            </a:r>
          </a:p>
          <a:p>
            <a:pPr eaLnBrk="1" hangingPunct="1">
              <a:spcBef>
                <a:spcPct val="0"/>
              </a:spcBef>
              <a:buFont typeface="Arial" panose="020B0604020202020204" pitchFamily="34" charset="0"/>
              <a:buNone/>
            </a:pPr>
            <a:endParaRPr lang="ca-ES" altLang="ca-ES" sz="1800">
              <a:latin typeface="Century Gothic" panose="020B0502020202020204" pitchFamily="34" charset="0"/>
            </a:endParaRPr>
          </a:p>
          <a:p>
            <a:pPr lvl="1" eaLnBrk="1" hangingPunct="1">
              <a:spcBef>
                <a:spcPct val="0"/>
              </a:spcBef>
            </a:pPr>
            <a:r>
              <a:rPr lang="ca-ES" altLang="ca-ES" sz="1400">
                <a:latin typeface="Century Gothic" panose="020B0502020202020204" pitchFamily="34" charset="0"/>
              </a:rPr>
              <a:t>Quins són els grans temes d’aquestes disciplines?</a:t>
            </a:r>
          </a:p>
          <a:p>
            <a:pPr lvl="1" eaLnBrk="1" hangingPunct="1">
              <a:spcBef>
                <a:spcPct val="0"/>
              </a:spcBef>
            </a:pPr>
            <a:r>
              <a:rPr lang="ca-ES" altLang="ca-ES" sz="1400">
                <a:latin typeface="Century Gothic" panose="020B0502020202020204" pitchFamily="34" charset="0"/>
              </a:rPr>
              <a:t>Quines són les principals preguntes que hauria de poder respondre l’alumnat de secundària?</a:t>
            </a:r>
          </a:p>
          <a:p>
            <a:pPr lvl="1" eaLnBrk="1" hangingPunct="1">
              <a:spcBef>
                <a:spcPct val="0"/>
              </a:spcBef>
            </a:pPr>
            <a:r>
              <a:rPr lang="ca-ES" altLang="ca-ES" sz="1400">
                <a:latin typeface="Century Gothic" panose="020B0502020202020204" pitchFamily="34" charset="0"/>
              </a:rPr>
              <a:t>Quins són els principals obstacles en l’aprenentatge de la Biologia, la Geologia, la Física i la Química?</a:t>
            </a:r>
          </a:p>
          <a:p>
            <a:pPr lvl="1" eaLnBrk="1" hangingPunct="1">
              <a:spcBef>
                <a:spcPct val="0"/>
              </a:spcBef>
            </a:pPr>
            <a:r>
              <a:rPr lang="ca-ES" altLang="ca-ES" sz="1400">
                <a:latin typeface="Century Gothic" panose="020B0502020202020204" pitchFamily="34" charset="0"/>
              </a:rPr>
              <a:t>Quins poden ser bons contextos per presentar els continguts d’aquestes disciplines?</a:t>
            </a:r>
          </a:p>
          <a:p>
            <a:pPr lvl="1" eaLnBrk="1" hangingPunct="1">
              <a:spcBef>
                <a:spcPct val="0"/>
              </a:spcBef>
            </a:pPr>
            <a:r>
              <a:rPr lang="ca-ES" altLang="ca-ES" sz="1400">
                <a:latin typeface="Century Gothic" panose="020B0502020202020204" pitchFamily="34" charset="0"/>
              </a:rPr>
              <a:t>Amb quins recursos comptem?</a:t>
            </a:r>
          </a:p>
        </p:txBody>
      </p:sp>
      <p:sp>
        <p:nvSpPr>
          <p:cNvPr id="9219" name="6 Rectángulo">
            <a:extLst>
              <a:ext uri="{FF2B5EF4-FFF2-40B4-BE49-F238E27FC236}">
                <a16:creationId xmlns:a16="http://schemas.microsoft.com/office/drawing/2014/main" id="{2AD41BA6-A832-18F1-E6D8-CB1A47CC0B7C}"/>
              </a:ext>
            </a:extLst>
          </p:cNvPr>
          <p:cNvSpPr>
            <a:spLocks noChangeArrowheads="1"/>
          </p:cNvSpPr>
          <p:nvPr/>
        </p:nvSpPr>
        <p:spPr bwMode="auto">
          <a:xfrm>
            <a:off x="827088" y="779463"/>
            <a:ext cx="20478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s-ES" altLang="ca-ES" sz="2800">
                <a:latin typeface="Century Gothic" panose="020B0502020202020204" pitchFamily="34" charset="0"/>
              </a:rPr>
              <a:t>Continguts</a:t>
            </a:r>
          </a:p>
        </p:txBody>
      </p:sp>
      <p:sp>
        <p:nvSpPr>
          <p:cNvPr id="9220" name="AutoShape 7">
            <a:extLst>
              <a:ext uri="{FF2B5EF4-FFF2-40B4-BE49-F238E27FC236}">
                <a16:creationId xmlns:a16="http://schemas.microsoft.com/office/drawing/2014/main" id="{6FC41CCC-7B54-17A3-92F4-5C69C35420EA}"/>
              </a:ext>
            </a:extLst>
          </p:cNvPr>
          <p:cNvSpPr>
            <a:spLocks noChangeArrowheads="1"/>
          </p:cNvSpPr>
          <p:nvPr/>
        </p:nvSpPr>
        <p:spPr bwMode="auto">
          <a:xfrm>
            <a:off x="250825" y="260350"/>
            <a:ext cx="8642350" cy="6337300"/>
          </a:xfrm>
          <a:prstGeom prst="roundRect">
            <a:avLst>
              <a:gd name="adj" fmla="val 5134"/>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ca-ES" altLang="ca-ES" sz="1800">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2 Rectángulo">
            <a:extLst>
              <a:ext uri="{FF2B5EF4-FFF2-40B4-BE49-F238E27FC236}">
                <a16:creationId xmlns:a16="http://schemas.microsoft.com/office/drawing/2014/main" id="{A0D97094-9A90-48DC-C3CB-B983FAA9AF22}"/>
              </a:ext>
            </a:extLst>
          </p:cNvPr>
          <p:cNvSpPr>
            <a:spLocks noChangeArrowheads="1"/>
          </p:cNvSpPr>
          <p:nvPr/>
        </p:nvSpPr>
        <p:spPr bwMode="auto">
          <a:xfrm>
            <a:off x="1835150" y="692150"/>
            <a:ext cx="53324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ca-ES" altLang="ca-ES" sz="2800">
                <a:latin typeface="Century Gothic" panose="020B0502020202020204" pitchFamily="34" charset="0"/>
              </a:rPr>
              <a:t>Organització de les sessions 1:</a:t>
            </a:r>
          </a:p>
        </p:txBody>
      </p:sp>
      <p:sp>
        <p:nvSpPr>
          <p:cNvPr id="10243" name="3 CuadroTexto">
            <a:extLst>
              <a:ext uri="{FF2B5EF4-FFF2-40B4-BE49-F238E27FC236}">
                <a16:creationId xmlns:a16="http://schemas.microsoft.com/office/drawing/2014/main" id="{949AB4B8-56F2-940A-17EB-CBADF86D9A65}"/>
              </a:ext>
            </a:extLst>
          </p:cNvPr>
          <p:cNvSpPr txBox="1">
            <a:spLocks noChangeArrowheads="1"/>
          </p:cNvSpPr>
          <p:nvPr/>
        </p:nvSpPr>
        <p:spPr bwMode="auto">
          <a:xfrm>
            <a:off x="539750" y="1916113"/>
            <a:ext cx="8135938"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pPr>
            <a:r>
              <a:rPr lang="ca-ES" altLang="ca-ES" sz="1800">
                <a:latin typeface="Century Gothic" panose="020B0502020202020204" pitchFamily="34" charset="0"/>
              </a:rPr>
              <a:t>Descripció i anàlisi dels currículums de ciències naturals de la ESO i el batxillerat </a:t>
            </a:r>
          </a:p>
          <a:p>
            <a:pPr eaLnBrk="1" hangingPunct="1">
              <a:spcBef>
                <a:spcPct val="0"/>
              </a:spcBef>
              <a:buFontTx/>
              <a:buNone/>
            </a:pPr>
            <a:r>
              <a:rPr lang="ca-ES" altLang="ca-ES" sz="1800">
                <a:latin typeface="Century Gothic" panose="020B0502020202020204" pitchFamily="34" charset="0"/>
              </a:rPr>
              <a:t>	 (Xavier Muñoz)</a:t>
            </a:r>
          </a:p>
          <a:p>
            <a:pPr eaLnBrk="1" hangingPunct="1">
              <a:spcBef>
                <a:spcPct val="0"/>
              </a:spcBef>
              <a:buFontTx/>
              <a:buNone/>
            </a:pPr>
            <a:endParaRPr lang="ca-ES" altLang="ca-ES" sz="1800">
              <a:latin typeface="Century Gothic" panose="020B0502020202020204" pitchFamily="34" charset="0"/>
            </a:endParaRPr>
          </a:p>
          <a:p>
            <a:pPr eaLnBrk="1" hangingPunct="1">
              <a:spcBef>
                <a:spcPct val="0"/>
              </a:spcBef>
              <a:buFontTx/>
              <a:buNone/>
            </a:pPr>
            <a:r>
              <a:rPr lang="ca-ES" altLang="ca-ES" sz="1800">
                <a:latin typeface="Century Gothic" panose="020B0502020202020204" pitchFamily="34" charset="0"/>
              </a:rPr>
              <a:t>	Objectiu analitzar els currículums d'Ensenyament 	Secundari</a:t>
            </a:r>
          </a:p>
          <a:p>
            <a:pPr eaLnBrk="1" hangingPunct="1">
              <a:spcBef>
                <a:spcPct val="0"/>
              </a:spcBef>
              <a:buFontTx/>
              <a:buNone/>
            </a:pPr>
            <a:r>
              <a:rPr lang="ca-ES" altLang="ca-ES" sz="1800">
                <a:latin typeface="Century Gothic" panose="020B0502020202020204" pitchFamily="34" charset="0"/>
              </a:rPr>
              <a:t> 	</a:t>
            </a:r>
          </a:p>
        </p:txBody>
      </p:sp>
      <p:sp>
        <p:nvSpPr>
          <p:cNvPr id="10244" name="5 Rectángulo">
            <a:extLst>
              <a:ext uri="{FF2B5EF4-FFF2-40B4-BE49-F238E27FC236}">
                <a16:creationId xmlns:a16="http://schemas.microsoft.com/office/drawing/2014/main" id="{F0180CE3-A6E1-9F8C-BBEC-0ED9D486922D}"/>
              </a:ext>
            </a:extLst>
          </p:cNvPr>
          <p:cNvSpPr>
            <a:spLocks noChangeArrowheads="1"/>
          </p:cNvSpPr>
          <p:nvPr/>
        </p:nvSpPr>
        <p:spPr bwMode="auto">
          <a:xfrm>
            <a:off x="539750" y="1196975"/>
            <a:ext cx="3683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ca-ES" altLang="ca-ES" sz="2000">
                <a:latin typeface="Century Gothic" panose="020B0502020202020204" pitchFamily="34" charset="0"/>
              </a:rPr>
              <a:t>Part comuna a tot l’alumnat</a:t>
            </a:r>
          </a:p>
        </p:txBody>
      </p:sp>
      <p:sp>
        <p:nvSpPr>
          <p:cNvPr id="10245" name="AutoShape 9">
            <a:extLst>
              <a:ext uri="{FF2B5EF4-FFF2-40B4-BE49-F238E27FC236}">
                <a16:creationId xmlns:a16="http://schemas.microsoft.com/office/drawing/2014/main" id="{5318D725-ABFF-42EA-4348-6218C07A5A9B}"/>
              </a:ext>
            </a:extLst>
          </p:cNvPr>
          <p:cNvSpPr>
            <a:spLocks noChangeArrowheads="1"/>
          </p:cNvSpPr>
          <p:nvPr/>
        </p:nvSpPr>
        <p:spPr bwMode="auto">
          <a:xfrm>
            <a:off x="250825" y="260350"/>
            <a:ext cx="8642350" cy="6337300"/>
          </a:xfrm>
          <a:prstGeom prst="roundRect">
            <a:avLst>
              <a:gd name="adj" fmla="val 5134"/>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ca-ES" altLang="ca-ES" sz="1800">
              <a:latin typeface="Arial" panose="020B0604020202020204" pitchFamily="34" charset="0"/>
            </a:endParaRPr>
          </a:p>
        </p:txBody>
      </p:sp>
      <p:pic>
        <p:nvPicPr>
          <p:cNvPr id="10246" name="Imagen 4">
            <a:extLst>
              <a:ext uri="{FF2B5EF4-FFF2-40B4-BE49-F238E27FC236}">
                <a16:creationId xmlns:a16="http://schemas.microsoft.com/office/drawing/2014/main" id="{CD3DBCF1-DFCF-EC2A-23C9-6103B63A8C8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rot="-1651773">
            <a:off x="6588125" y="4149725"/>
            <a:ext cx="1295400" cy="182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2 Rectángulo">
            <a:extLst>
              <a:ext uri="{FF2B5EF4-FFF2-40B4-BE49-F238E27FC236}">
                <a16:creationId xmlns:a16="http://schemas.microsoft.com/office/drawing/2014/main" id="{5068C271-54E3-4722-0CD2-4E70FDCD9C31}"/>
              </a:ext>
            </a:extLst>
          </p:cNvPr>
          <p:cNvSpPr>
            <a:spLocks noChangeArrowheads="1"/>
          </p:cNvSpPr>
          <p:nvPr/>
        </p:nvSpPr>
        <p:spPr bwMode="auto">
          <a:xfrm>
            <a:off x="827088" y="549275"/>
            <a:ext cx="53324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ca-ES" altLang="ca-ES" sz="2800">
                <a:latin typeface="Century Gothic" panose="020B0502020202020204" pitchFamily="34" charset="0"/>
              </a:rPr>
              <a:t>Organització de les sessions 2:</a:t>
            </a:r>
          </a:p>
        </p:txBody>
      </p:sp>
      <p:sp>
        <p:nvSpPr>
          <p:cNvPr id="11267" name="3 CuadroTexto">
            <a:extLst>
              <a:ext uri="{FF2B5EF4-FFF2-40B4-BE49-F238E27FC236}">
                <a16:creationId xmlns:a16="http://schemas.microsoft.com/office/drawing/2014/main" id="{1DAA3214-45C5-C3CF-6A3C-32936AF1E451}"/>
              </a:ext>
            </a:extLst>
          </p:cNvPr>
          <p:cNvSpPr txBox="1">
            <a:spLocks noChangeArrowheads="1"/>
          </p:cNvSpPr>
          <p:nvPr/>
        </p:nvSpPr>
        <p:spPr bwMode="auto">
          <a:xfrm>
            <a:off x="827088" y="1700213"/>
            <a:ext cx="7489825" cy="421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pPr>
            <a:r>
              <a:rPr lang="ca-ES" altLang="ca-ES" sz="1800">
                <a:latin typeface="Century Gothic" panose="020B0502020202020204" pitchFamily="34" charset="0"/>
              </a:rPr>
              <a:t> L’ensenyament de la biologia a l’educació secundària </a:t>
            </a:r>
          </a:p>
          <a:p>
            <a:pPr lvl="2" eaLnBrk="1" hangingPunct="1">
              <a:spcBef>
                <a:spcPct val="0"/>
              </a:spcBef>
            </a:pPr>
            <a:r>
              <a:rPr lang="ca-ES" altLang="ca-ES" sz="1800">
                <a:latin typeface="Century Gothic" panose="020B0502020202020204" pitchFamily="34" charset="0"/>
              </a:rPr>
              <a:t> 12 hores + 2h treballs pràctics</a:t>
            </a:r>
          </a:p>
          <a:p>
            <a:pPr lvl="2" eaLnBrk="1" hangingPunct="1">
              <a:spcBef>
                <a:spcPct val="0"/>
              </a:spcBef>
            </a:pPr>
            <a:r>
              <a:rPr lang="ca-ES" altLang="ca-ES" sz="1800">
                <a:latin typeface="Century Gothic" panose="020B0502020202020204" pitchFamily="34" charset="0"/>
              </a:rPr>
              <a:t> Professor: Xavier Muñoz</a:t>
            </a:r>
          </a:p>
          <a:p>
            <a:pPr lvl="2" eaLnBrk="1" hangingPunct="1">
              <a:spcBef>
                <a:spcPct val="0"/>
              </a:spcBef>
            </a:pPr>
            <a:endParaRPr lang="ca-ES" altLang="ca-ES" sz="1800">
              <a:latin typeface="Century Gothic" panose="020B0502020202020204" pitchFamily="34" charset="0"/>
            </a:endParaRPr>
          </a:p>
          <a:p>
            <a:pPr eaLnBrk="1" hangingPunct="1">
              <a:spcBef>
                <a:spcPct val="0"/>
              </a:spcBef>
            </a:pPr>
            <a:r>
              <a:rPr lang="ca-ES" altLang="ca-ES" sz="1800">
                <a:latin typeface="Century Gothic" panose="020B0502020202020204" pitchFamily="34" charset="0"/>
              </a:rPr>
              <a:t> L’ensenyament de la geologia a l’educació secundària</a:t>
            </a:r>
          </a:p>
          <a:p>
            <a:pPr lvl="2" eaLnBrk="1" hangingPunct="1">
              <a:spcBef>
                <a:spcPct val="0"/>
              </a:spcBef>
            </a:pPr>
            <a:r>
              <a:rPr lang="ca-ES" altLang="ca-ES" sz="1800">
                <a:latin typeface="Century Gothic" panose="020B0502020202020204" pitchFamily="34" charset="0"/>
              </a:rPr>
              <a:t> 12 hores + 2h treballs pràctics</a:t>
            </a:r>
          </a:p>
          <a:p>
            <a:pPr lvl="2" eaLnBrk="1" hangingPunct="1">
              <a:spcBef>
                <a:spcPct val="0"/>
              </a:spcBef>
            </a:pPr>
            <a:r>
              <a:rPr lang="ca-ES" altLang="ca-ES" sz="1800">
                <a:latin typeface="Century Gothic" panose="020B0502020202020204" pitchFamily="34" charset="0"/>
              </a:rPr>
              <a:t> Professora: Laia Ramon</a:t>
            </a:r>
          </a:p>
          <a:p>
            <a:pPr lvl="2" eaLnBrk="1" hangingPunct="1">
              <a:spcBef>
                <a:spcPct val="0"/>
              </a:spcBef>
            </a:pPr>
            <a:endParaRPr lang="ca-ES" altLang="ca-ES" sz="1800">
              <a:latin typeface="Century Gothic" panose="020B0502020202020204" pitchFamily="34" charset="0"/>
            </a:endParaRPr>
          </a:p>
          <a:p>
            <a:pPr eaLnBrk="1" hangingPunct="1">
              <a:spcBef>
                <a:spcPct val="0"/>
              </a:spcBef>
            </a:pPr>
            <a:r>
              <a:rPr lang="ca-ES" altLang="ca-ES" sz="1800">
                <a:latin typeface="Century Gothic" panose="020B0502020202020204" pitchFamily="34" charset="0"/>
              </a:rPr>
              <a:t> L’ensenyament de la Física a l’educació secundària</a:t>
            </a:r>
          </a:p>
          <a:p>
            <a:pPr lvl="2" eaLnBrk="1" hangingPunct="1">
              <a:spcBef>
                <a:spcPct val="0"/>
              </a:spcBef>
            </a:pPr>
            <a:r>
              <a:rPr lang="ca-ES" altLang="ca-ES" sz="1800">
                <a:latin typeface="Century Gothic" panose="020B0502020202020204" pitchFamily="34" charset="0"/>
              </a:rPr>
              <a:t> 12 hores + 2h treballs pràctics</a:t>
            </a:r>
          </a:p>
          <a:p>
            <a:pPr lvl="2" eaLnBrk="1" hangingPunct="1">
              <a:spcBef>
                <a:spcPct val="0"/>
              </a:spcBef>
            </a:pPr>
            <a:r>
              <a:rPr lang="ca-ES" altLang="ca-ES" sz="1800">
                <a:latin typeface="Century Gothic" panose="020B0502020202020204" pitchFamily="34" charset="0"/>
              </a:rPr>
              <a:t> Professora: Gemma Viscasillas</a:t>
            </a:r>
          </a:p>
          <a:p>
            <a:pPr lvl="2" eaLnBrk="1" hangingPunct="1">
              <a:spcBef>
                <a:spcPct val="0"/>
              </a:spcBef>
            </a:pPr>
            <a:endParaRPr lang="ca-ES" altLang="ca-ES" sz="1800">
              <a:latin typeface="Century Gothic" panose="020B0502020202020204" pitchFamily="34" charset="0"/>
            </a:endParaRPr>
          </a:p>
          <a:p>
            <a:pPr eaLnBrk="1" hangingPunct="1">
              <a:spcBef>
                <a:spcPct val="0"/>
              </a:spcBef>
            </a:pPr>
            <a:r>
              <a:rPr lang="ca-ES" altLang="ca-ES" sz="1800">
                <a:latin typeface="Century Gothic" panose="020B0502020202020204" pitchFamily="34" charset="0"/>
              </a:rPr>
              <a:t> L’ensenyament de la química a l’educació secundària</a:t>
            </a:r>
          </a:p>
          <a:p>
            <a:pPr lvl="2" eaLnBrk="1" hangingPunct="1">
              <a:spcBef>
                <a:spcPct val="0"/>
              </a:spcBef>
            </a:pPr>
            <a:r>
              <a:rPr lang="ca-ES" altLang="ca-ES" sz="1800">
                <a:latin typeface="Century Gothic" panose="020B0502020202020204" pitchFamily="34" charset="0"/>
              </a:rPr>
              <a:t> 12 hores + 2h treballs pràctics</a:t>
            </a:r>
          </a:p>
          <a:p>
            <a:pPr lvl="2" eaLnBrk="1" hangingPunct="1">
              <a:spcBef>
                <a:spcPct val="0"/>
              </a:spcBef>
            </a:pPr>
            <a:r>
              <a:rPr lang="ca-ES" altLang="ca-ES" sz="1800">
                <a:latin typeface="Century Gothic" panose="020B0502020202020204" pitchFamily="34" charset="0"/>
              </a:rPr>
              <a:t> Professor: Ivan Marchan</a:t>
            </a:r>
          </a:p>
        </p:txBody>
      </p:sp>
      <p:sp>
        <p:nvSpPr>
          <p:cNvPr id="11268" name="4 Rectángulo">
            <a:extLst>
              <a:ext uri="{FF2B5EF4-FFF2-40B4-BE49-F238E27FC236}">
                <a16:creationId xmlns:a16="http://schemas.microsoft.com/office/drawing/2014/main" id="{9ED15F85-73CB-C2F4-9F78-C0CE892E4B3D}"/>
              </a:ext>
            </a:extLst>
          </p:cNvPr>
          <p:cNvSpPr>
            <a:spLocks noChangeArrowheads="1"/>
          </p:cNvSpPr>
          <p:nvPr/>
        </p:nvSpPr>
        <p:spPr bwMode="auto">
          <a:xfrm>
            <a:off x="611188" y="1125538"/>
            <a:ext cx="38179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ca-ES" altLang="ca-ES" sz="1800">
                <a:latin typeface="Century Gothic" panose="020B0502020202020204" pitchFamily="34" charset="0"/>
              </a:rPr>
              <a:t>Part específica (a triar dos blocs)</a:t>
            </a:r>
          </a:p>
        </p:txBody>
      </p:sp>
      <p:sp>
        <p:nvSpPr>
          <p:cNvPr id="11269" name="AutoShape 7">
            <a:extLst>
              <a:ext uri="{FF2B5EF4-FFF2-40B4-BE49-F238E27FC236}">
                <a16:creationId xmlns:a16="http://schemas.microsoft.com/office/drawing/2014/main" id="{C703213D-8E93-FF7C-8897-51EFEEDBC8ED}"/>
              </a:ext>
            </a:extLst>
          </p:cNvPr>
          <p:cNvSpPr>
            <a:spLocks noChangeArrowheads="1"/>
          </p:cNvSpPr>
          <p:nvPr/>
        </p:nvSpPr>
        <p:spPr bwMode="auto">
          <a:xfrm>
            <a:off x="250825" y="260350"/>
            <a:ext cx="8642350" cy="6337300"/>
          </a:xfrm>
          <a:prstGeom prst="roundRect">
            <a:avLst>
              <a:gd name="adj" fmla="val 5134"/>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ca-ES" altLang="ca-ES" sz="1800">
              <a:latin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1 Rectángulo">
            <a:extLst>
              <a:ext uri="{FF2B5EF4-FFF2-40B4-BE49-F238E27FC236}">
                <a16:creationId xmlns:a16="http://schemas.microsoft.com/office/drawing/2014/main" id="{3A55DB22-3F61-D0A2-177F-0811DF22B8EA}"/>
              </a:ext>
            </a:extLst>
          </p:cNvPr>
          <p:cNvSpPr>
            <a:spLocks noChangeArrowheads="1"/>
          </p:cNvSpPr>
          <p:nvPr/>
        </p:nvSpPr>
        <p:spPr bwMode="auto">
          <a:xfrm>
            <a:off x="963613" y="457200"/>
            <a:ext cx="38195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ca-ES" altLang="ca-ES" sz="2800">
                <a:latin typeface="Century Gothic" panose="020B0502020202020204" pitchFamily="34" charset="0"/>
              </a:rPr>
              <a:t>Quins dos blocs triar?</a:t>
            </a:r>
          </a:p>
        </p:txBody>
      </p:sp>
      <p:sp>
        <p:nvSpPr>
          <p:cNvPr id="12291" name="2 CuadroTexto">
            <a:extLst>
              <a:ext uri="{FF2B5EF4-FFF2-40B4-BE49-F238E27FC236}">
                <a16:creationId xmlns:a16="http://schemas.microsoft.com/office/drawing/2014/main" id="{300DBFA5-77F0-62B0-027A-CE576E29F8AB}"/>
              </a:ext>
            </a:extLst>
          </p:cNvPr>
          <p:cNvSpPr txBox="1">
            <a:spLocks noChangeArrowheads="1"/>
          </p:cNvSpPr>
          <p:nvPr/>
        </p:nvSpPr>
        <p:spPr bwMode="auto">
          <a:xfrm>
            <a:off x="900113" y="1484313"/>
            <a:ext cx="7559675" cy="351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s-ES" altLang="es-ES" sz="1600">
                <a:latin typeface="Century Gothic" panose="020B0502020202020204" pitchFamily="34" charset="0"/>
              </a:rPr>
              <a:t>L'especialitat de Ciències Naturals habilita per impartir classe tant de Biologia i Geologia com de Física i Química sempre que l'estudiant hagi cursat:</a:t>
            </a:r>
            <a:br>
              <a:rPr lang="es-ES" altLang="es-ES" sz="1600">
                <a:latin typeface="Century Gothic" panose="020B0502020202020204" pitchFamily="34" charset="0"/>
              </a:rPr>
            </a:br>
            <a:endParaRPr lang="es-ES" altLang="es-ES" sz="1600">
              <a:latin typeface="Century Gothic" panose="020B0502020202020204" pitchFamily="34" charset="0"/>
            </a:endParaRPr>
          </a:p>
          <a:p>
            <a:pPr eaLnBrk="1" hangingPunct="1">
              <a:spcBef>
                <a:spcPct val="0"/>
              </a:spcBef>
              <a:buFontTx/>
              <a:buNone/>
            </a:pPr>
            <a:r>
              <a:rPr lang="es-ES" altLang="es-ES" sz="1600">
                <a:latin typeface="Century Gothic" panose="020B0502020202020204" pitchFamily="34" charset="0"/>
              </a:rPr>
              <a:t>- Titulacions que donen accés a l'ensenyament de la Biologia i la Geologia: un mínim de 20 crèdits ECTS de Biologia i Geologia en la seva titulació d'accés + Màster de Secundària, especialitat de Ciències Naturals UPF-UOC</a:t>
            </a:r>
          </a:p>
          <a:p>
            <a:pPr eaLnBrk="1" hangingPunct="1">
              <a:spcBef>
                <a:spcPct val="0"/>
              </a:spcBef>
              <a:buFontTx/>
              <a:buNone/>
            </a:pPr>
            <a:br>
              <a:rPr lang="es-ES" altLang="es-ES" sz="1600">
                <a:latin typeface="Century Gothic" panose="020B0502020202020204" pitchFamily="34" charset="0"/>
              </a:rPr>
            </a:br>
            <a:r>
              <a:rPr lang="es-ES" altLang="es-ES" sz="1600">
                <a:latin typeface="Century Gothic" panose="020B0502020202020204" pitchFamily="34" charset="0"/>
              </a:rPr>
              <a:t>- Titulacions que donen accés a l'ensenyament de la Física i la Química: un mínim de 20 crèdits ECTS de Física i la Química  en la seva titulació d'accés + Màster de Secundària, especialitat de Ciències Naturals UPF-UOC</a:t>
            </a:r>
          </a:p>
          <a:p>
            <a:pPr eaLnBrk="1" hangingPunct="1">
              <a:spcBef>
                <a:spcPct val="0"/>
              </a:spcBef>
              <a:buFontTx/>
              <a:buNone/>
            </a:pPr>
            <a:endParaRPr lang="es-ES" altLang="es-ES" sz="1600">
              <a:latin typeface="Century Gothic" panose="020B0502020202020204" pitchFamily="34" charset="0"/>
            </a:endParaRPr>
          </a:p>
        </p:txBody>
      </p:sp>
      <p:sp>
        <p:nvSpPr>
          <p:cNvPr id="12292" name="3 CuadroTexto">
            <a:extLst>
              <a:ext uri="{FF2B5EF4-FFF2-40B4-BE49-F238E27FC236}">
                <a16:creationId xmlns:a16="http://schemas.microsoft.com/office/drawing/2014/main" id="{98F19357-0288-ACC0-3ECC-BDEB19A0CA78}"/>
              </a:ext>
            </a:extLst>
          </p:cNvPr>
          <p:cNvSpPr txBox="1">
            <a:spLocks noChangeArrowheads="1"/>
          </p:cNvSpPr>
          <p:nvPr/>
        </p:nvSpPr>
        <p:spPr bwMode="auto">
          <a:xfrm>
            <a:off x="3959225" y="5894388"/>
            <a:ext cx="396081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s-ES" altLang="es-ES" sz="1800">
                <a:latin typeface="Arial" panose="020B0604020202020204" pitchFamily="34" charset="0"/>
                <a:hlinkClick r:id="rId3"/>
              </a:rPr>
              <a:t>https://aplicacions.ensenyament.gencat.cat/pls/apex/f?p=2011014:19</a:t>
            </a:r>
            <a:endParaRPr lang="es-ES" altLang="es-ES" sz="1800">
              <a:latin typeface="Arial" panose="020B0604020202020204" pitchFamily="34" charset="0"/>
            </a:endParaRPr>
          </a:p>
        </p:txBody>
      </p:sp>
      <p:sp>
        <p:nvSpPr>
          <p:cNvPr id="12293" name="4 CuadroTexto">
            <a:extLst>
              <a:ext uri="{FF2B5EF4-FFF2-40B4-BE49-F238E27FC236}">
                <a16:creationId xmlns:a16="http://schemas.microsoft.com/office/drawing/2014/main" id="{2A4BDE0B-8776-84EA-4D25-FB18A0D2495E}"/>
              </a:ext>
            </a:extLst>
          </p:cNvPr>
          <p:cNvSpPr txBox="1">
            <a:spLocks noChangeArrowheads="1"/>
          </p:cNvSpPr>
          <p:nvPr/>
        </p:nvSpPr>
        <p:spPr bwMode="auto">
          <a:xfrm>
            <a:off x="539750" y="5073650"/>
            <a:ext cx="799306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s-ES" altLang="es-ES" sz="1800">
                <a:latin typeface="Century Gothic" panose="020B0502020202020204" pitchFamily="34" charset="0"/>
              </a:rPr>
              <a:t>Ensenyaments que podeu impartir. Accés a la consulta per titulació.</a:t>
            </a:r>
          </a:p>
          <a:p>
            <a:pPr eaLnBrk="1" hangingPunct="1">
              <a:spcBef>
                <a:spcPct val="0"/>
              </a:spcBef>
              <a:buFontTx/>
              <a:buNone/>
            </a:pPr>
            <a:endParaRPr lang="es-ES" altLang="es-ES" sz="1800">
              <a:latin typeface="Century Gothic" panose="020B0502020202020204" pitchFamily="34" charset="0"/>
            </a:endParaRPr>
          </a:p>
        </p:txBody>
      </p:sp>
      <p:pic>
        <p:nvPicPr>
          <p:cNvPr id="12294" name="Picture 2">
            <a:extLst>
              <a:ext uri="{FF2B5EF4-FFF2-40B4-BE49-F238E27FC236}">
                <a16:creationId xmlns:a16="http://schemas.microsoft.com/office/drawing/2014/main" id="{FC5A1AE1-3E5F-6EC7-6B66-173FA64CFD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825" y="5602288"/>
            <a:ext cx="3705225" cy="1228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295" name="AutoShape 9">
            <a:extLst>
              <a:ext uri="{FF2B5EF4-FFF2-40B4-BE49-F238E27FC236}">
                <a16:creationId xmlns:a16="http://schemas.microsoft.com/office/drawing/2014/main" id="{168D90D8-3323-24B4-1775-5D895AF2BE84}"/>
              </a:ext>
            </a:extLst>
          </p:cNvPr>
          <p:cNvSpPr>
            <a:spLocks noChangeArrowheads="1"/>
          </p:cNvSpPr>
          <p:nvPr/>
        </p:nvSpPr>
        <p:spPr bwMode="auto">
          <a:xfrm>
            <a:off x="250825" y="260350"/>
            <a:ext cx="8642350" cy="6337300"/>
          </a:xfrm>
          <a:prstGeom prst="roundRect">
            <a:avLst>
              <a:gd name="adj" fmla="val 5134"/>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ca-ES" altLang="ca-ES" sz="1800">
              <a:latin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QuadreDeText 3">
            <a:extLst>
              <a:ext uri="{FF2B5EF4-FFF2-40B4-BE49-F238E27FC236}">
                <a16:creationId xmlns:a16="http://schemas.microsoft.com/office/drawing/2014/main" id="{3517619E-8DD8-9A86-73C1-379C98F638DF}"/>
              </a:ext>
            </a:extLst>
          </p:cNvPr>
          <p:cNvSpPr txBox="1">
            <a:spLocks noChangeArrowheads="1"/>
          </p:cNvSpPr>
          <p:nvPr/>
        </p:nvSpPr>
        <p:spPr bwMode="auto">
          <a:xfrm>
            <a:off x="0" y="404813"/>
            <a:ext cx="8843963"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lnSpc>
                <a:spcPct val="150000"/>
              </a:lnSpc>
              <a:spcBef>
                <a:spcPct val="0"/>
              </a:spcBef>
              <a:buFontTx/>
              <a:buNone/>
            </a:pPr>
            <a:r>
              <a:rPr lang="ca-ES" altLang="ca-ES" sz="3000">
                <a:latin typeface="Century Gothic" panose="020B0502020202020204" pitchFamily="34" charset="0"/>
              </a:rPr>
              <a:t>Examen en dues fases (Two-stage exam)</a:t>
            </a:r>
          </a:p>
        </p:txBody>
      </p:sp>
      <p:sp>
        <p:nvSpPr>
          <p:cNvPr id="13315" name="QuadreDeText 1">
            <a:extLst>
              <a:ext uri="{FF2B5EF4-FFF2-40B4-BE49-F238E27FC236}">
                <a16:creationId xmlns:a16="http://schemas.microsoft.com/office/drawing/2014/main" id="{53FBEA92-DD46-B896-666F-494694E9DD17}"/>
              </a:ext>
            </a:extLst>
          </p:cNvPr>
          <p:cNvSpPr txBox="1">
            <a:spLocks noChangeArrowheads="1"/>
          </p:cNvSpPr>
          <p:nvPr/>
        </p:nvSpPr>
        <p:spPr bwMode="auto">
          <a:xfrm>
            <a:off x="468313" y="1268413"/>
            <a:ext cx="6153150" cy="5307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es-ES" altLang="ca-ES" sz="2800">
                <a:latin typeface="Century Gothic" panose="020B0502020202020204" pitchFamily="34" charset="0"/>
              </a:rPr>
              <a:t>Què és? </a:t>
            </a:r>
          </a:p>
          <a:p>
            <a:pPr eaLnBrk="1" hangingPunct="1">
              <a:lnSpc>
                <a:spcPct val="150000"/>
              </a:lnSpc>
              <a:spcBef>
                <a:spcPct val="0"/>
              </a:spcBef>
              <a:buFont typeface="Wingdings" panose="05000000000000000000" pitchFamily="2" charset="2"/>
              <a:buChar char="Ø"/>
            </a:pPr>
            <a:r>
              <a:rPr lang="ca-ES" altLang="ca-ES" sz="2000" u="sng">
                <a:latin typeface="Century Gothic" panose="020B0502020202020204" pitchFamily="34" charset="0"/>
              </a:rPr>
              <a:t>Fase 1</a:t>
            </a:r>
            <a:r>
              <a:rPr lang="ca-ES" altLang="ca-ES" sz="2000">
                <a:latin typeface="Century Gothic" panose="020B0502020202020204" pitchFamily="34" charset="0"/>
              </a:rPr>
              <a:t>: examen individual</a:t>
            </a:r>
          </a:p>
          <a:p>
            <a:pPr eaLnBrk="1" hangingPunct="1">
              <a:lnSpc>
                <a:spcPct val="150000"/>
              </a:lnSpc>
              <a:spcBef>
                <a:spcPct val="0"/>
              </a:spcBef>
              <a:buFont typeface="Wingdings" panose="05000000000000000000" pitchFamily="2" charset="2"/>
              <a:buChar char="Ø"/>
            </a:pPr>
            <a:r>
              <a:rPr lang="ca-ES" altLang="ca-ES" sz="2000" u="sng">
                <a:latin typeface="Century Gothic" panose="020B0502020202020204" pitchFamily="34" charset="0"/>
              </a:rPr>
              <a:t>Fase 2</a:t>
            </a:r>
            <a:r>
              <a:rPr lang="ca-ES" altLang="ca-ES" sz="2000">
                <a:latin typeface="Century Gothic" panose="020B0502020202020204" pitchFamily="34" charset="0"/>
              </a:rPr>
              <a:t>: mateix examen o molt similar en grups petits	</a:t>
            </a:r>
          </a:p>
          <a:p>
            <a:pPr eaLnBrk="1" hangingPunct="1">
              <a:lnSpc>
                <a:spcPct val="150000"/>
              </a:lnSpc>
              <a:spcBef>
                <a:spcPct val="0"/>
              </a:spcBef>
              <a:buFontTx/>
              <a:buNone/>
            </a:pPr>
            <a:r>
              <a:rPr lang="ca-ES" altLang="ca-ES" sz="2800">
                <a:latin typeface="Century Gothic" panose="020B0502020202020204" pitchFamily="34" charset="0"/>
              </a:rPr>
              <a:t>és un examen col·laboratiu</a:t>
            </a:r>
          </a:p>
          <a:p>
            <a:pPr eaLnBrk="1" hangingPunct="1">
              <a:lnSpc>
                <a:spcPct val="150000"/>
              </a:lnSpc>
              <a:spcBef>
                <a:spcPct val="0"/>
              </a:spcBef>
              <a:buFontTx/>
              <a:buNone/>
            </a:pPr>
            <a:r>
              <a:rPr lang="ca-ES" altLang="ca-ES" sz="2800">
                <a:latin typeface="Century Gothic" panose="020B0502020202020204" pitchFamily="34" charset="0"/>
              </a:rPr>
              <a:t>Com? </a:t>
            </a:r>
          </a:p>
          <a:p>
            <a:pPr eaLnBrk="1" hangingPunct="1">
              <a:lnSpc>
                <a:spcPct val="150000"/>
              </a:lnSpc>
              <a:spcBef>
                <a:spcPct val="0"/>
              </a:spcBef>
            </a:pPr>
            <a:r>
              <a:rPr lang="ca-ES" altLang="ca-ES" sz="2000">
                <a:latin typeface="Century Gothic" panose="020B0502020202020204" pitchFamily="34" charset="0"/>
              </a:rPr>
              <a:t>50 minuts examen individual</a:t>
            </a:r>
          </a:p>
          <a:p>
            <a:pPr eaLnBrk="1" hangingPunct="1">
              <a:lnSpc>
                <a:spcPct val="150000"/>
              </a:lnSpc>
              <a:spcBef>
                <a:spcPct val="0"/>
              </a:spcBef>
            </a:pPr>
            <a:r>
              <a:rPr lang="ca-ES" altLang="ca-ES" sz="2000">
                <a:latin typeface="Century Gothic" panose="020B0502020202020204" pitchFamily="34" charset="0"/>
              </a:rPr>
              <a:t>30 minuts examen grup</a:t>
            </a:r>
          </a:p>
          <a:p>
            <a:pPr eaLnBrk="1" hangingPunct="1">
              <a:lnSpc>
                <a:spcPct val="150000"/>
              </a:lnSpc>
              <a:spcBef>
                <a:spcPct val="0"/>
              </a:spcBef>
              <a:buFontTx/>
              <a:buNone/>
            </a:pPr>
            <a:endParaRPr lang="ca-ES" altLang="ca-ES" sz="2000">
              <a:latin typeface="Century Gothic" panose="020B0502020202020204" pitchFamily="34" charset="0"/>
            </a:endParaRPr>
          </a:p>
          <a:p>
            <a:pPr eaLnBrk="1" hangingPunct="1">
              <a:lnSpc>
                <a:spcPct val="150000"/>
              </a:lnSpc>
              <a:spcBef>
                <a:spcPct val="0"/>
              </a:spcBef>
              <a:buFont typeface="Wingdings" panose="05000000000000000000" pitchFamily="2" charset="2"/>
              <a:buChar char="Ø"/>
            </a:pPr>
            <a:endParaRPr lang="es-ES" altLang="ca-ES" sz="2400">
              <a:latin typeface="Century Gothic" panose="020B0502020202020204" pitchFamily="34" charset="0"/>
            </a:endParaRPr>
          </a:p>
        </p:txBody>
      </p:sp>
      <p:sp>
        <p:nvSpPr>
          <p:cNvPr id="13316" name="AutoShape 7">
            <a:extLst>
              <a:ext uri="{FF2B5EF4-FFF2-40B4-BE49-F238E27FC236}">
                <a16:creationId xmlns:a16="http://schemas.microsoft.com/office/drawing/2014/main" id="{A64F1B21-D9CA-545A-C9DC-0F11EEF666AA}"/>
              </a:ext>
            </a:extLst>
          </p:cNvPr>
          <p:cNvSpPr>
            <a:spLocks noChangeArrowheads="1"/>
          </p:cNvSpPr>
          <p:nvPr/>
        </p:nvSpPr>
        <p:spPr bwMode="auto">
          <a:xfrm>
            <a:off x="250825" y="260350"/>
            <a:ext cx="8642350" cy="6337300"/>
          </a:xfrm>
          <a:prstGeom prst="roundRect">
            <a:avLst>
              <a:gd name="adj" fmla="val 5134"/>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ca-ES" altLang="ca-ES" sz="1800">
              <a:latin typeface="Arial" panose="020B0604020202020204" pitchFamily="34" charset="0"/>
            </a:endParaRPr>
          </a:p>
        </p:txBody>
      </p:sp>
      <p:pic>
        <p:nvPicPr>
          <p:cNvPr id="13317" name="Picture 9" descr="Resultat d'imatges de pieza puzzle">
            <a:extLst>
              <a:ext uri="{FF2B5EF4-FFF2-40B4-BE49-F238E27FC236}">
                <a16:creationId xmlns:a16="http://schemas.microsoft.com/office/drawing/2014/main" id="{44FF5AEC-FEEE-DA2E-BA25-B810F1F318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2725" y="4076700"/>
            <a:ext cx="3382963" cy="236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8" name="Picture 11" descr="Resultat d'imatges de pieza puzzle">
            <a:extLst>
              <a:ext uri="{FF2B5EF4-FFF2-40B4-BE49-F238E27FC236}">
                <a16:creationId xmlns:a16="http://schemas.microsoft.com/office/drawing/2014/main" id="{1E70F26B-091C-34CB-93FE-803680C12E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77050" y="1557338"/>
            <a:ext cx="1512888" cy="151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QuadreDeText 1">
            <a:extLst>
              <a:ext uri="{FF2B5EF4-FFF2-40B4-BE49-F238E27FC236}">
                <a16:creationId xmlns:a16="http://schemas.microsoft.com/office/drawing/2014/main" id="{9B62590E-5D66-1318-C747-288D710D3573}"/>
              </a:ext>
            </a:extLst>
          </p:cNvPr>
          <p:cNvSpPr txBox="1">
            <a:spLocks noChangeArrowheads="1"/>
          </p:cNvSpPr>
          <p:nvPr/>
        </p:nvSpPr>
        <p:spPr bwMode="auto">
          <a:xfrm>
            <a:off x="755650" y="692150"/>
            <a:ext cx="6873875" cy="475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ca-ES" altLang="ca-ES" sz="4000">
                <a:latin typeface="Century Gothic" panose="020B0502020202020204" pitchFamily="34" charset="0"/>
              </a:rPr>
              <a:t>Beneficis: </a:t>
            </a:r>
          </a:p>
          <a:p>
            <a:pPr eaLnBrk="1" hangingPunct="1">
              <a:lnSpc>
                <a:spcPct val="150000"/>
              </a:lnSpc>
              <a:spcBef>
                <a:spcPct val="0"/>
              </a:spcBef>
              <a:buFont typeface="Wingdings" panose="05000000000000000000" pitchFamily="2" charset="2"/>
              <a:buChar char="ü"/>
            </a:pPr>
            <a:r>
              <a:rPr lang="ca-ES" altLang="ca-ES" sz="2000" i="1">
                <a:latin typeface="Century Gothic" panose="020B0502020202020204" pitchFamily="34" charset="0"/>
              </a:rPr>
              <a:t>El fedback</a:t>
            </a:r>
            <a:r>
              <a:rPr lang="ca-ES" altLang="ca-ES" sz="2000">
                <a:latin typeface="Century Gothic" panose="020B0502020202020204" pitchFamily="34" charset="0"/>
              </a:rPr>
              <a:t> immediat: oportunitat d’aprenentatge</a:t>
            </a:r>
          </a:p>
          <a:p>
            <a:pPr eaLnBrk="1" hangingPunct="1">
              <a:lnSpc>
                <a:spcPct val="150000"/>
              </a:lnSpc>
              <a:spcBef>
                <a:spcPct val="0"/>
              </a:spcBef>
              <a:buFont typeface="Wingdings" panose="05000000000000000000" pitchFamily="2" charset="2"/>
              <a:buChar char="ü"/>
            </a:pPr>
            <a:r>
              <a:rPr lang="ca-ES" altLang="ca-ES" sz="2000">
                <a:latin typeface="Century Gothic" panose="020B0502020202020204" pitchFamily="34" charset="0"/>
              </a:rPr>
              <a:t>Permet reflexionar sobre el que has aprés</a:t>
            </a:r>
          </a:p>
          <a:p>
            <a:pPr eaLnBrk="1" hangingPunct="1">
              <a:lnSpc>
                <a:spcPct val="150000"/>
              </a:lnSpc>
              <a:spcBef>
                <a:spcPct val="0"/>
              </a:spcBef>
              <a:buFont typeface="Wingdings" panose="05000000000000000000" pitchFamily="2" charset="2"/>
              <a:buChar char="ü"/>
            </a:pPr>
            <a:r>
              <a:rPr lang="ca-ES" altLang="ca-ES" sz="2000">
                <a:latin typeface="Century Gothic" panose="020B0502020202020204" pitchFamily="34" charset="0"/>
              </a:rPr>
              <a:t>Incrementa la habilitat de col·laborar (treball en equip)</a:t>
            </a:r>
          </a:p>
          <a:p>
            <a:pPr eaLnBrk="1" hangingPunct="1">
              <a:lnSpc>
                <a:spcPct val="150000"/>
              </a:lnSpc>
              <a:spcBef>
                <a:spcPct val="0"/>
              </a:spcBef>
              <a:buFont typeface="Wingdings" panose="05000000000000000000" pitchFamily="2" charset="2"/>
              <a:buChar char="ü"/>
            </a:pPr>
            <a:r>
              <a:rPr lang="ca-ES" altLang="ca-ES" sz="2000">
                <a:latin typeface="Century Gothic" panose="020B0502020202020204" pitchFamily="34" charset="0"/>
              </a:rPr>
              <a:t>Desenvolupa eines de comunicació (explicació, argumentació)</a:t>
            </a:r>
          </a:p>
          <a:p>
            <a:pPr eaLnBrk="1" hangingPunct="1">
              <a:lnSpc>
                <a:spcPct val="150000"/>
              </a:lnSpc>
              <a:spcBef>
                <a:spcPct val="0"/>
              </a:spcBef>
              <a:buFont typeface="Wingdings" panose="05000000000000000000" pitchFamily="2" charset="2"/>
              <a:buChar char="ü"/>
            </a:pPr>
            <a:r>
              <a:rPr lang="ca-ES" altLang="ca-ES" sz="2000">
                <a:latin typeface="Century Gothic" panose="020B0502020202020204" pitchFamily="34" charset="0"/>
              </a:rPr>
              <a:t>Millora de la retenció d’aprenentatges</a:t>
            </a:r>
          </a:p>
          <a:p>
            <a:pPr eaLnBrk="1" hangingPunct="1">
              <a:lnSpc>
                <a:spcPct val="150000"/>
              </a:lnSpc>
              <a:spcBef>
                <a:spcPct val="0"/>
              </a:spcBef>
              <a:buFontTx/>
              <a:buNone/>
            </a:pPr>
            <a:endParaRPr lang="ca-ES" altLang="ca-ES" sz="2400">
              <a:latin typeface="Century Gothic" panose="020B0502020202020204" pitchFamily="34" charset="0"/>
            </a:endParaRPr>
          </a:p>
        </p:txBody>
      </p:sp>
      <p:sp>
        <p:nvSpPr>
          <p:cNvPr id="14339" name="AutoShape 5">
            <a:extLst>
              <a:ext uri="{FF2B5EF4-FFF2-40B4-BE49-F238E27FC236}">
                <a16:creationId xmlns:a16="http://schemas.microsoft.com/office/drawing/2014/main" id="{430AEE7D-CE19-8ECD-8D56-51C31158FF47}"/>
              </a:ext>
            </a:extLst>
          </p:cNvPr>
          <p:cNvSpPr>
            <a:spLocks noChangeArrowheads="1"/>
          </p:cNvSpPr>
          <p:nvPr/>
        </p:nvSpPr>
        <p:spPr bwMode="auto">
          <a:xfrm>
            <a:off x="250825" y="260350"/>
            <a:ext cx="8642350" cy="6337300"/>
          </a:xfrm>
          <a:prstGeom prst="roundRect">
            <a:avLst>
              <a:gd name="adj" fmla="val 5134"/>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ca-ES" altLang="ca-ES" sz="1800">
              <a:latin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6 Rectángulo">
            <a:extLst>
              <a:ext uri="{FF2B5EF4-FFF2-40B4-BE49-F238E27FC236}">
                <a16:creationId xmlns:a16="http://schemas.microsoft.com/office/drawing/2014/main" id="{90B23B3B-2716-7903-3DBF-485B80690AF7}"/>
              </a:ext>
            </a:extLst>
          </p:cNvPr>
          <p:cNvSpPr>
            <a:spLocks noChangeArrowheads="1"/>
          </p:cNvSpPr>
          <p:nvPr/>
        </p:nvSpPr>
        <p:spPr bwMode="auto">
          <a:xfrm>
            <a:off x="1331913" y="476250"/>
            <a:ext cx="22066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s-ES" altLang="ca-ES">
                <a:latin typeface="Century Gothic" panose="020B0502020202020204" pitchFamily="34" charset="0"/>
              </a:rPr>
              <a:t>Avaluació</a:t>
            </a:r>
          </a:p>
        </p:txBody>
      </p:sp>
      <p:graphicFrame>
        <p:nvGraphicFramePr>
          <p:cNvPr id="3" name="Tabla 2">
            <a:extLst>
              <a:ext uri="{FF2B5EF4-FFF2-40B4-BE49-F238E27FC236}">
                <a16:creationId xmlns:a16="http://schemas.microsoft.com/office/drawing/2014/main" id="{C68788F7-E1D7-FAD3-CFAB-A4862211FF37}"/>
              </a:ext>
            </a:extLst>
          </p:cNvPr>
          <p:cNvGraphicFramePr>
            <a:graphicFrameLocks noGrp="1"/>
          </p:cNvGraphicFramePr>
          <p:nvPr/>
        </p:nvGraphicFramePr>
        <p:xfrm>
          <a:off x="1349375" y="1412875"/>
          <a:ext cx="6192838" cy="4383088"/>
        </p:xfrm>
        <a:graphic>
          <a:graphicData uri="http://schemas.openxmlformats.org/drawingml/2006/table">
            <a:tbl>
              <a:tblPr firstRow="1" bandRow="1">
                <a:tableStyleId>{5C22544A-7EE6-4342-B048-85BDC9FD1C3A}</a:tableStyleId>
              </a:tblPr>
              <a:tblGrid>
                <a:gridCol w="1779686">
                  <a:extLst>
                    <a:ext uri="{9D8B030D-6E8A-4147-A177-3AD203B41FA5}">
                      <a16:colId xmlns:a16="http://schemas.microsoft.com/office/drawing/2014/main" val="20000"/>
                    </a:ext>
                  </a:extLst>
                </a:gridCol>
                <a:gridCol w="4413152">
                  <a:extLst>
                    <a:ext uri="{9D8B030D-6E8A-4147-A177-3AD203B41FA5}">
                      <a16:colId xmlns:a16="http://schemas.microsoft.com/office/drawing/2014/main" val="20001"/>
                    </a:ext>
                  </a:extLst>
                </a:gridCol>
              </a:tblGrid>
              <a:tr h="972561">
                <a:tc>
                  <a:txBody>
                    <a:bodyPr/>
                    <a:lstStyle/>
                    <a:p>
                      <a:pPr marL="0" algn="ctr" defTabSz="914400" rtl="0" eaLnBrk="1" latinLnBrk="0" hangingPunct="1"/>
                      <a:endParaRPr lang="es-ES" sz="1800" b="1" kern="1200" dirty="0">
                        <a:solidFill>
                          <a:schemeClr val="tx1"/>
                        </a:solidFill>
                        <a:latin typeface="+mn-lt"/>
                        <a:ea typeface="+mn-ea"/>
                        <a:cs typeface="+mn-cs"/>
                      </a:endParaRPr>
                    </a:p>
                    <a:p>
                      <a:pPr marL="0" algn="ctr" defTabSz="914400" rtl="0" eaLnBrk="1" latinLnBrk="0" hangingPunct="1"/>
                      <a:r>
                        <a:rPr lang="es-ES" sz="1800" b="1" kern="1200" dirty="0">
                          <a:solidFill>
                            <a:schemeClr val="tx1"/>
                          </a:solidFill>
                          <a:latin typeface="+mn-lt"/>
                          <a:ea typeface="+mn-ea"/>
                          <a:cs typeface="+mn-cs"/>
                        </a:rPr>
                        <a:t>10%</a:t>
                      </a:r>
                    </a:p>
                  </a:txBody>
                  <a:tcPr marL="91438" marR="91438" marT="45709" marB="45709">
                    <a:solidFill>
                      <a:schemeClr val="accent1">
                        <a:lumMod val="20000"/>
                        <a:lumOff val="80000"/>
                      </a:schemeClr>
                    </a:solidFill>
                  </a:tcPr>
                </a:tc>
                <a:tc>
                  <a:txBody>
                    <a:bodyPr/>
                    <a:lstStyle/>
                    <a:p>
                      <a:endParaRPr lang="es-ES" sz="1400" b="0" dirty="0">
                        <a:solidFill>
                          <a:schemeClr val="tx1"/>
                        </a:solidFill>
                      </a:endParaRPr>
                    </a:p>
                    <a:p>
                      <a:r>
                        <a:rPr lang="es-ES" sz="1400" b="1" dirty="0" err="1">
                          <a:solidFill>
                            <a:schemeClr val="tx1"/>
                          </a:solidFill>
                        </a:rPr>
                        <a:t>Competència</a:t>
                      </a:r>
                      <a:r>
                        <a:rPr lang="es-ES" sz="1400" b="1" baseline="0" dirty="0">
                          <a:solidFill>
                            <a:schemeClr val="tx1"/>
                          </a:solidFill>
                        </a:rPr>
                        <a:t> digital</a:t>
                      </a:r>
                      <a:endParaRPr lang="es-ES" sz="1400" b="1" dirty="0">
                        <a:solidFill>
                          <a:schemeClr val="tx1"/>
                        </a:solidFill>
                      </a:endParaRPr>
                    </a:p>
                  </a:txBody>
                  <a:tcPr marL="91438" marR="91438" marT="45709" marB="45709">
                    <a:solidFill>
                      <a:schemeClr val="accent1">
                        <a:lumMod val="20000"/>
                        <a:lumOff val="80000"/>
                      </a:schemeClr>
                    </a:solidFill>
                  </a:tcPr>
                </a:tc>
                <a:extLst>
                  <a:ext uri="{0D108BD9-81ED-4DB2-BD59-A6C34878D82A}">
                    <a16:rowId xmlns:a16="http://schemas.microsoft.com/office/drawing/2014/main" val="10000"/>
                  </a:ext>
                </a:extLst>
              </a:tr>
              <a:tr h="1133437">
                <a:tc>
                  <a:txBody>
                    <a:bodyPr/>
                    <a:lstStyle/>
                    <a:p>
                      <a:pPr algn="ctr"/>
                      <a:endParaRPr lang="es-ES" sz="1800" b="1" dirty="0">
                        <a:solidFill>
                          <a:schemeClr val="tx1"/>
                        </a:solidFill>
                      </a:endParaRPr>
                    </a:p>
                    <a:p>
                      <a:pPr algn="ctr"/>
                      <a:r>
                        <a:rPr lang="es-ES" sz="1800" b="1" dirty="0">
                          <a:solidFill>
                            <a:schemeClr val="tx1"/>
                          </a:solidFill>
                        </a:rPr>
                        <a:t>25%</a:t>
                      </a:r>
                    </a:p>
                  </a:txBody>
                  <a:tcPr marL="91438" marR="91438" marT="45709" marB="45709">
                    <a:solidFill>
                      <a:schemeClr val="accent1">
                        <a:lumMod val="20000"/>
                        <a:lumOff val="80000"/>
                      </a:schemeClr>
                    </a:solidFill>
                  </a:tcPr>
                </a:tc>
                <a:tc>
                  <a:txBody>
                    <a:bodyPr/>
                    <a:lstStyle/>
                    <a:p>
                      <a:r>
                        <a:rPr lang="es-ES" sz="1400" b="1" dirty="0" err="1">
                          <a:solidFill>
                            <a:schemeClr val="tx1"/>
                          </a:solidFill>
                        </a:rPr>
                        <a:t>Anàlisi</a:t>
                      </a:r>
                      <a:r>
                        <a:rPr lang="es-ES" sz="1400" b="1" dirty="0">
                          <a:solidFill>
                            <a:schemeClr val="tx1"/>
                          </a:solidFill>
                        </a:rPr>
                        <a:t> </a:t>
                      </a:r>
                      <a:r>
                        <a:rPr lang="es-ES" sz="1400" b="1" dirty="0" err="1">
                          <a:solidFill>
                            <a:schemeClr val="tx1"/>
                          </a:solidFill>
                        </a:rPr>
                        <a:t>dels</a:t>
                      </a:r>
                      <a:r>
                        <a:rPr lang="es-ES" sz="1400" b="1" dirty="0">
                          <a:solidFill>
                            <a:schemeClr val="tx1"/>
                          </a:solidFill>
                        </a:rPr>
                        <a:t> </a:t>
                      </a:r>
                      <a:r>
                        <a:rPr lang="es-ES" sz="1400" b="1" dirty="0" err="1">
                          <a:solidFill>
                            <a:schemeClr val="tx1"/>
                          </a:solidFill>
                        </a:rPr>
                        <a:t>curricula</a:t>
                      </a:r>
                      <a:r>
                        <a:rPr lang="es-ES" sz="1400" b="1" dirty="0">
                          <a:solidFill>
                            <a:schemeClr val="tx1"/>
                          </a:solidFill>
                        </a:rPr>
                        <a:t> </a:t>
                      </a:r>
                      <a:r>
                        <a:rPr lang="es-ES" sz="1400" dirty="0">
                          <a:solidFill>
                            <a:schemeClr val="tx1"/>
                          </a:solidFill>
                        </a:rPr>
                        <a:t>(</a:t>
                      </a:r>
                      <a:r>
                        <a:rPr lang="es-ES" sz="1400" dirty="0" err="1">
                          <a:solidFill>
                            <a:schemeClr val="tx1"/>
                          </a:solidFill>
                        </a:rPr>
                        <a:t>activitat</a:t>
                      </a:r>
                      <a:r>
                        <a:rPr lang="es-ES" sz="1400" dirty="0">
                          <a:solidFill>
                            <a:schemeClr val="tx1"/>
                          </a:solidFill>
                        </a:rPr>
                        <a:t> grupal)</a:t>
                      </a:r>
                    </a:p>
                    <a:p>
                      <a:r>
                        <a:rPr lang="es-ES" sz="1400" b="0" dirty="0" err="1">
                          <a:solidFill>
                            <a:schemeClr val="tx1"/>
                          </a:solidFill>
                        </a:rPr>
                        <a:t>L’objectiu</a:t>
                      </a:r>
                      <a:r>
                        <a:rPr lang="es-ES" sz="1400" b="0" dirty="0">
                          <a:solidFill>
                            <a:schemeClr val="tx1"/>
                          </a:solidFill>
                        </a:rPr>
                        <a:t> </a:t>
                      </a:r>
                      <a:r>
                        <a:rPr lang="es-ES" sz="1400" b="0" dirty="0" err="1">
                          <a:solidFill>
                            <a:schemeClr val="tx1"/>
                          </a:solidFill>
                        </a:rPr>
                        <a:t>és</a:t>
                      </a:r>
                      <a:r>
                        <a:rPr lang="es-ES" sz="1400" b="0" dirty="0">
                          <a:solidFill>
                            <a:schemeClr val="tx1"/>
                          </a:solidFill>
                        </a:rPr>
                        <a:t> </a:t>
                      </a:r>
                      <a:r>
                        <a:rPr lang="es-ES" sz="1400" b="0" dirty="0" err="1">
                          <a:solidFill>
                            <a:schemeClr val="tx1"/>
                          </a:solidFill>
                        </a:rPr>
                        <a:t>fer</a:t>
                      </a:r>
                      <a:r>
                        <a:rPr lang="es-ES" sz="1400" b="0" dirty="0">
                          <a:solidFill>
                            <a:schemeClr val="tx1"/>
                          </a:solidFill>
                        </a:rPr>
                        <a:t> un </a:t>
                      </a:r>
                      <a:r>
                        <a:rPr lang="es-ES" sz="1400" b="0" dirty="0" err="1">
                          <a:solidFill>
                            <a:schemeClr val="tx1"/>
                          </a:solidFill>
                        </a:rPr>
                        <a:t>anàlisi</a:t>
                      </a:r>
                      <a:r>
                        <a:rPr lang="es-ES" sz="1400" b="0" dirty="0">
                          <a:solidFill>
                            <a:schemeClr val="tx1"/>
                          </a:solidFill>
                        </a:rPr>
                        <a:t> del currículum de la ESO de </a:t>
                      </a:r>
                      <a:r>
                        <a:rPr lang="es-ES" sz="1400" b="0" dirty="0" err="1">
                          <a:solidFill>
                            <a:schemeClr val="tx1"/>
                          </a:solidFill>
                        </a:rPr>
                        <a:t>ciències</a:t>
                      </a:r>
                      <a:r>
                        <a:rPr lang="es-ES" sz="1400" b="0" dirty="0">
                          <a:solidFill>
                            <a:schemeClr val="tx1"/>
                          </a:solidFill>
                        </a:rPr>
                        <a:t>, es </a:t>
                      </a:r>
                      <a:r>
                        <a:rPr lang="es-ES" sz="1400" b="0" dirty="0" err="1">
                          <a:solidFill>
                            <a:schemeClr val="tx1"/>
                          </a:solidFill>
                        </a:rPr>
                        <a:t>realitzarà</a:t>
                      </a:r>
                      <a:r>
                        <a:rPr lang="es-ES" sz="1400" b="0" dirty="0">
                          <a:solidFill>
                            <a:schemeClr val="tx1"/>
                          </a:solidFill>
                        </a:rPr>
                        <a:t> en </a:t>
                      </a:r>
                      <a:r>
                        <a:rPr lang="es-ES" sz="1400" b="0" dirty="0" err="1">
                          <a:solidFill>
                            <a:schemeClr val="tx1"/>
                          </a:solidFill>
                        </a:rPr>
                        <a:t>grups</a:t>
                      </a:r>
                      <a:r>
                        <a:rPr lang="es-ES" sz="1400" b="0" dirty="0">
                          <a:solidFill>
                            <a:schemeClr val="tx1"/>
                          </a:solidFill>
                        </a:rPr>
                        <a:t> i </a:t>
                      </a:r>
                      <a:r>
                        <a:rPr lang="es-ES" sz="1400" b="0" dirty="0" err="1">
                          <a:solidFill>
                            <a:schemeClr val="tx1"/>
                          </a:solidFill>
                        </a:rPr>
                        <a:t>s’avaluarà</a:t>
                      </a:r>
                      <a:r>
                        <a:rPr lang="es-ES" sz="1400" b="0" dirty="0">
                          <a:solidFill>
                            <a:schemeClr val="tx1"/>
                          </a:solidFill>
                        </a:rPr>
                        <a:t>  a través </a:t>
                      </a:r>
                      <a:r>
                        <a:rPr lang="es-ES" sz="1400" b="0" dirty="0" err="1">
                          <a:solidFill>
                            <a:schemeClr val="tx1"/>
                          </a:solidFill>
                        </a:rPr>
                        <a:t>d’una</a:t>
                      </a:r>
                      <a:r>
                        <a:rPr lang="es-ES" sz="1400" b="0" dirty="0">
                          <a:solidFill>
                            <a:schemeClr val="tx1"/>
                          </a:solidFill>
                        </a:rPr>
                        <a:t> </a:t>
                      </a:r>
                      <a:r>
                        <a:rPr lang="es-ES" sz="1400" b="0" dirty="0" err="1">
                          <a:solidFill>
                            <a:schemeClr val="tx1"/>
                          </a:solidFill>
                        </a:rPr>
                        <a:t>presentació</a:t>
                      </a:r>
                      <a:r>
                        <a:rPr lang="es-ES" sz="1400" b="0" dirty="0">
                          <a:solidFill>
                            <a:schemeClr val="tx1"/>
                          </a:solidFill>
                        </a:rPr>
                        <a:t> oral</a:t>
                      </a:r>
                      <a:r>
                        <a:rPr lang="es-ES" sz="1400" b="0" baseline="0" dirty="0">
                          <a:solidFill>
                            <a:schemeClr val="tx1"/>
                          </a:solidFill>
                        </a:rPr>
                        <a:t> </a:t>
                      </a:r>
                      <a:r>
                        <a:rPr lang="es-ES" sz="1400" b="0" dirty="0">
                          <a:solidFill>
                            <a:schemeClr val="tx1"/>
                          </a:solidFill>
                        </a:rPr>
                        <a:t>gravada que </a:t>
                      </a:r>
                      <a:r>
                        <a:rPr lang="es-ES" sz="1400" b="0" dirty="0" err="1">
                          <a:solidFill>
                            <a:schemeClr val="tx1"/>
                          </a:solidFill>
                        </a:rPr>
                        <a:t>farà</a:t>
                      </a:r>
                      <a:r>
                        <a:rPr lang="es-ES" sz="1400" b="0" dirty="0">
                          <a:solidFill>
                            <a:schemeClr val="tx1"/>
                          </a:solidFill>
                        </a:rPr>
                        <a:t> </a:t>
                      </a:r>
                      <a:r>
                        <a:rPr lang="es-ES" sz="1400" b="0" dirty="0" err="1">
                          <a:solidFill>
                            <a:schemeClr val="tx1"/>
                          </a:solidFill>
                        </a:rPr>
                        <a:t>cadascun</a:t>
                      </a:r>
                      <a:r>
                        <a:rPr lang="es-ES" sz="1400" b="0" dirty="0">
                          <a:solidFill>
                            <a:schemeClr val="tx1"/>
                          </a:solidFill>
                        </a:rPr>
                        <a:t> </a:t>
                      </a:r>
                      <a:r>
                        <a:rPr lang="es-ES" sz="1400" b="0" dirty="0" err="1">
                          <a:solidFill>
                            <a:schemeClr val="tx1"/>
                          </a:solidFill>
                        </a:rPr>
                        <a:t>dels</a:t>
                      </a:r>
                      <a:r>
                        <a:rPr lang="es-ES" sz="1400" b="0" dirty="0">
                          <a:solidFill>
                            <a:schemeClr val="tx1"/>
                          </a:solidFill>
                        </a:rPr>
                        <a:t> </a:t>
                      </a:r>
                      <a:r>
                        <a:rPr lang="es-ES" sz="1400" b="0" dirty="0" err="1">
                          <a:solidFill>
                            <a:schemeClr val="tx1"/>
                          </a:solidFill>
                        </a:rPr>
                        <a:t>grups</a:t>
                      </a:r>
                      <a:r>
                        <a:rPr lang="es-ES" sz="1400" b="0" dirty="0">
                          <a:solidFill>
                            <a:schemeClr val="tx1"/>
                          </a:solidFill>
                        </a:rPr>
                        <a:t>.</a:t>
                      </a:r>
                    </a:p>
                  </a:txBody>
                  <a:tcPr marL="91438" marR="91438" marT="45709" marB="45709">
                    <a:solidFill>
                      <a:schemeClr val="accent1">
                        <a:lumMod val="20000"/>
                        <a:lumOff val="80000"/>
                      </a:schemeClr>
                    </a:solidFill>
                  </a:tcPr>
                </a:tc>
                <a:extLst>
                  <a:ext uri="{0D108BD9-81ED-4DB2-BD59-A6C34878D82A}">
                    <a16:rowId xmlns:a16="http://schemas.microsoft.com/office/drawing/2014/main" val="10001"/>
                  </a:ext>
                </a:extLst>
              </a:tr>
              <a:tr h="920916">
                <a:tc>
                  <a:txBody>
                    <a:bodyPr/>
                    <a:lstStyle/>
                    <a:p>
                      <a:pPr algn="ctr"/>
                      <a:endParaRPr lang="es-ES" sz="1800" b="1" dirty="0">
                        <a:solidFill>
                          <a:schemeClr val="tx1"/>
                        </a:solidFill>
                      </a:endParaRPr>
                    </a:p>
                    <a:p>
                      <a:pPr algn="ctr"/>
                      <a:r>
                        <a:rPr lang="es-ES" sz="1800" b="1" dirty="0">
                          <a:solidFill>
                            <a:schemeClr val="tx1"/>
                          </a:solidFill>
                        </a:rPr>
                        <a:t>35%</a:t>
                      </a:r>
                    </a:p>
                  </a:txBody>
                  <a:tcPr marL="91438" marR="91438" marT="45709" marB="45709">
                    <a:solidFill>
                      <a:schemeClr val="accent1">
                        <a:lumMod val="20000"/>
                        <a:lumOff val="80000"/>
                      </a:schemeClr>
                    </a:solidFill>
                  </a:tcPr>
                </a:tc>
                <a:tc>
                  <a:txBody>
                    <a:bodyPr/>
                    <a:lstStyle/>
                    <a:p>
                      <a:r>
                        <a:rPr lang="es-ES" sz="1400" b="1" i="0" u="none" strike="noStrike" kern="1200" dirty="0" err="1">
                          <a:solidFill>
                            <a:schemeClr val="dk1"/>
                          </a:solidFill>
                          <a:effectLst/>
                          <a:latin typeface="+mn-lt"/>
                          <a:ea typeface="+mn-ea"/>
                          <a:cs typeface="+mn-cs"/>
                        </a:rPr>
                        <a:t>Avaluació</a:t>
                      </a:r>
                      <a:r>
                        <a:rPr lang="es-ES" sz="1400" b="1" i="0" u="none" strike="noStrike" kern="1200" dirty="0">
                          <a:solidFill>
                            <a:schemeClr val="dk1"/>
                          </a:solidFill>
                          <a:effectLst/>
                          <a:latin typeface="+mn-lt"/>
                          <a:ea typeface="+mn-ea"/>
                          <a:cs typeface="+mn-cs"/>
                        </a:rPr>
                        <a:t> </a:t>
                      </a:r>
                      <a:r>
                        <a:rPr lang="es-ES" sz="1400" b="1" i="0" u="none" strike="noStrike" kern="1200" dirty="0" err="1">
                          <a:solidFill>
                            <a:schemeClr val="dk1"/>
                          </a:solidFill>
                          <a:effectLst/>
                          <a:latin typeface="+mn-lt"/>
                          <a:ea typeface="+mn-ea"/>
                          <a:cs typeface="+mn-cs"/>
                        </a:rPr>
                        <a:t>dels</a:t>
                      </a:r>
                      <a:r>
                        <a:rPr lang="es-ES" sz="1400" b="1" i="0" u="none" strike="noStrike" kern="1200" dirty="0">
                          <a:solidFill>
                            <a:schemeClr val="dk1"/>
                          </a:solidFill>
                          <a:effectLst/>
                          <a:latin typeface="+mn-lt"/>
                          <a:ea typeface="+mn-ea"/>
                          <a:cs typeface="+mn-cs"/>
                        </a:rPr>
                        <a:t> </a:t>
                      </a:r>
                      <a:r>
                        <a:rPr lang="es-ES" sz="1400" b="1" i="0" u="none" strike="noStrike" kern="1200" dirty="0" err="1">
                          <a:solidFill>
                            <a:schemeClr val="dk1"/>
                          </a:solidFill>
                          <a:effectLst/>
                          <a:latin typeface="+mn-lt"/>
                          <a:ea typeface="+mn-ea"/>
                          <a:cs typeface="+mn-cs"/>
                        </a:rPr>
                        <a:t>coneixements</a:t>
                      </a:r>
                      <a:r>
                        <a:rPr lang="es-ES" sz="1400" b="1" i="0" u="none" strike="noStrike" kern="1200" dirty="0">
                          <a:solidFill>
                            <a:schemeClr val="dk1"/>
                          </a:solidFill>
                          <a:effectLst/>
                          <a:latin typeface="+mn-lt"/>
                          <a:ea typeface="+mn-ea"/>
                          <a:cs typeface="+mn-cs"/>
                        </a:rPr>
                        <a:t> </a:t>
                      </a:r>
                      <a:r>
                        <a:rPr lang="es-ES" sz="1400" b="1" i="0" u="none" strike="noStrike" kern="1200" dirty="0" err="1">
                          <a:solidFill>
                            <a:schemeClr val="dk1"/>
                          </a:solidFill>
                          <a:effectLst/>
                          <a:latin typeface="+mn-lt"/>
                          <a:ea typeface="+mn-ea"/>
                          <a:cs typeface="+mn-cs"/>
                        </a:rPr>
                        <a:t>disciplinaris</a:t>
                      </a:r>
                      <a:r>
                        <a:rPr lang="es-ES" sz="1400" b="1" i="0" u="none" strike="noStrike" kern="1200" dirty="0">
                          <a:solidFill>
                            <a:schemeClr val="dk1"/>
                          </a:solidFill>
                          <a:effectLst/>
                          <a:latin typeface="+mn-lt"/>
                          <a:ea typeface="+mn-ea"/>
                          <a:cs typeface="+mn-cs"/>
                        </a:rPr>
                        <a:t>: </a:t>
                      </a:r>
                      <a:r>
                        <a:rPr lang="es-ES" sz="1400" b="0" i="0" u="none" strike="noStrike" kern="1200" dirty="0">
                          <a:solidFill>
                            <a:schemeClr val="dk1"/>
                          </a:solidFill>
                          <a:effectLst/>
                          <a:latin typeface="+mn-lt"/>
                          <a:ea typeface="+mn-ea"/>
                          <a:cs typeface="+mn-cs"/>
                        </a:rPr>
                        <a:t>es </a:t>
                      </a:r>
                      <a:r>
                        <a:rPr lang="es-ES" sz="1400" b="0" i="0" u="none" strike="noStrike" kern="1200" dirty="0" err="1">
                          <a:solidFill>
                            <a:schemeClr val="dk1"/>
                          </a:solidFill>
                          <a:effectLst/>
                          <a:latin typeface="+mn-lt"/>
                          <a:ea typeface="+mn-ea"/>
                          <a:cs typeface="+mn-cs"/>
                        </a:rPr>
                        <a:t>valorarà</a:t>
                      </a:r>
                      <a:r>
                        <a:rPr lang="es-ES" sz="1400" b="0" i="0" u="none" strike="noStrike" kern="1200" dirty="0">
                          <a:solidFill>
                            <a:schemeClr val="dk1"/>
                          </a:solidFill>
                          <a:effectLst/>
                          <a:latin typeface="+mn-lt"/>
                          <a:ea typeface="+mn-ea"/>
                          <a:cs typeface="+mn-cs"/>
                        </a:rPr>
                        <a:t> el </a:t>
                      </a:r>
                      <a:r>
                        <a:rPr lang="es-ES" sz="1400" b="0" i="0" u="none" strike="noStrike" kern="1200" dirty="0" err="1">
                          <a:solidFill>
                            <a:schemeClr val="dk1"/>
                          </a:solidFill>
                          <a:effectLst/>
                          <a:latin typeface="+mn-lt"/>
                          <a:ea typeface="+mn-ea"/>
                          <a:cs typeface="+mn-cs"/>
                        </a:rPr>
                        <a:t>coneixement</a:t>
                      </a:r>
                      <a:r>
                        <a:rPr lang="es-ES" sz="1400" b="0" i="0" u="none" strike="noStrike" kern="1200" dirty="0">
                          <a:solidFill>
                            <a:schemeClr val="dk1"/>
                          </a:solidFill>
                          <a:effectLst/>
                          <a:latin typeface="+mn-lt"/>
                          <a:ea typeface="+mn-ea"/>
                          <a:cs typeface="+mn-cs"/>
                        </a:rPr>
                        <a:t> de cada disciplina a través de la </a:t>
                      </a:r>
                      <a:r>
                        <a:rPr lang="es-ES" sz="1400" b="0" i="0" u="none" strike="noStrike" kern="1200" dirty="0" err="1">
                          <a:solidFill>
                            <a:schemeClr val="dk1"/>
                          </a:solidFill>
                          <a:effectLst/>
                          <a:latin typeface="+mn-lt"/>
                          <a:ea typeface="+mn-ea"/>
                          <a:cs typeface="+mn-cs"/>
                        </a:rPr>
                        <a:t>realització</a:t>
                      </a:r>
                      <a:r>
                        <a:rPr lang="es-ES" sz="1400" b="0" i="0" u="none" strike="noStrike" kern="1200" dirty="0">
                          <a:solidFill>
                            <a:schemeClr val="dk1"/>
                          </a:solidFill>
                          <a:effectLst/>
                          <a:latin typeface="+mn-lt"/>
                          <a:ea typeface="+mn-ea"/>
                          <a:cs typeface="+mn-cs"/>
                        </a:rPr>
                        <a:t> </a:t>
                      </a:r>
                      <a:r>
                        <a:rPr lang="es-ES" sz="1400" b="0" i="0" u="none" strike="noStrike" kern="1200" dirty="0" err="1">
                          <a:solidFill>
                            <a:schemeClr val="dk1"/>
                          </a:solidFill>
                          <a:effectLst/>
                          <a:latin typeface="+mn-lt"/>
                          <a:ea typeface="+mn-ea"/>
                          <a:cs typeface="+mn-cs"/>
                        </a:rPr>
                        <a:t>d'un</a:t>
                      </a:r>
                      <a:r>
                        <a:rPr lang="es-ES" sz="1400" b="0" i="0" u="none" strike="noStrike" kern="1200" dirty="0">
                          <a:solidFill>
                            <a:schemeClr val="dk1"/>
                          </a:solidFill>
                          <a:effectLst/>
                          <a:latin typeface="+mn-lt"/>
                          <a:ea typeface="+mn-ea"/>
                          <a:cs typeface="+mn-cs"/>
                        </a:rPr>
                        <a:t> examen </a:t>
                      </a:r>
                      <a:r>
                        <a:rPr lang="es-ES" sz="1400" b="0" i="0" u="none" strike="noStrike" kern="1200" dirty="0" err="1">
                          <a:solidFill>
                            <a:schemeClr val="dk1"/>
                          </a:solidFill>
                          <a:effectLst/>
                          <a:latin typeface="+mn-lt"/>
                          <a:ea typeface="+mn-ea"/>
                          <a:cs typeface="+mn-cs"/>
                        </a:rPr>
                        <a:t>col·laboratiu</a:t>
                      </a:r>
                      <a:r>
                        <a:rPr lang="es-ES" sz="1400" b="0" i="0" u="none" strike="noStrike" kern="1200" dirty="0">
                          <a:solidFill>
                            <a:schemeClr val="dk1"/>
                          </a:solidFill>
                          <a:effectLst/>
                          <a:latin typeface="+mn-lt"/>
                          <a:ea typeface="+mn-ea"/>
                          <a:cs typeface="+mn-cs"/>
                        </a:rPr>
                        <a:t>.</a:t>
                      </a:r>
                      <a:endParaRPr lang="es-ES" sz="1400" dirty="0">
                        <a:solidFill>
                          <a:schemeClr val="tx1"/>
                        </a:solidFill>
                      </a:endParaRPr>
                    </a:p>
                  </a:txBody>
                  <a:tcPr marL="91438" marR="91438" marT="45709" marB="45709">
                    <a:solidFill>
                      <a:schemeClr val="accent1">
                        <a:lumMod val="20000"/>
                        <a:lumOff val="80000"/>
                      </a:schemeClr>
                    </a:solidFill>
                  </a:tcPr>
                </a:tc>
                <a:extLst>
                  <a:ext uri="{0D108BD9-81ED-4DB2-BD59-A6C34878D82A}">
                    <a16:rowId xmlns:a16="http://schemas.microsoft.com/office/drawing/2014/main" val="10002"/>
                  </a:ext>
                </a:extLst>
              </a:tr>
              <a:tr h="1356174">
                <a:tc>
                  <a:txBody>
                    <a:bodyPr/>
                    <a:lstStyle/>
                    <a:p>
                      <a:pPr algn="ctr"/>
                      <a:endParaRPr lang="es-ES" sz="1800" b="1" dirty="0">
                        <a:solidFill>
                          <a:schemeClr val="tx1"/>
                        </a:solidFill>
                      </a:endParaRPr>
                    </a:p>
                    <a:p>
                      <a:pPr algn="ctr"/>
                      <a:endParaRPr lang="es-ES" sz="1800" b="1" dirty="0">
                        <a:solidFill>
                          <a:schemeClr val="tx1"/>
                        </a:solidFill>
                      </a:endParaRPr>
                    </a:p>
                    <a:p>
                      <a:pPr algn="ctr"/>
                      <a:r>
                        <a:rPr lang="es-ES" sz="1800" b="1" dirty="0">
                          <a:solidFill>
                            <a:schemeClr val="tx1"/>
                          </a:solidFill>
                        </a:rPr>
                        <a:t>30%</a:t>
                      </a:r>
                    </a:p>
                  </a:txBody>
                  <a:tcPr marL="91438" marR="91438" marT="45709" marB="45709">
                    <a:solidFill>
                      <a:schemeClr val="accent1">
                        <a:lumMod val="20000"/>
                        <a:lumOff val="80000"/>
                      </a:schemeClr>
                    </a:solidFill>
                  </a:tcPr>
                </a:tc>
                <a:tc>
                  <a:txBody>
                    <a:bodyPr/>
                    <a:lstStyle/>
                    <a:p>
                      <a:pPr rtl="0"/>
                      <a:r>
                        <a:rPr lang="es-ES" sz="1400" b="1" i="0" u="none" strike="noStrike" kern="1200" dirty="0" err="1">
                          <a:solidFill>
                            <a:schemeClr val="dk1"/>
                          </a:solidFill>
                          <a:effectLst/>
                          <a:latin typeface="+mn-lt"/>
                          <a:ea typeface="+mn-ea"/>
                          <a:cs typeface="+mn-cs"/>
                        </a:rPr>
                        <a:t>Avaluació</a:t>
                      </a:r>
                      <a:r>
                        <a:rPr lang="es-ES" sz="1400" b="1" i="0" u="none" strike="noStrike" kern="1200" dirty="0">
                          <a:solidFill>
                            <a:schemeClr val="dk1"/>
                          </a:solidFill>
                          <a:effectLst/>
                          <a:latin typeface="+mn-lt"/>
                          <a:ea typeface="+mn-ea"/>
                          <a:cs typeface="+mn-cs"/>
                        </a:rPr>
                        <a:t> del </a:t>
                      </a:r>
                      <a:r>
                        <a:rPr lang="es-ES" sz="1400" b="1" i="0" u="none" strike="noStrike" kern="1200" dirty="0" err="1">
                          <a:solidFill>
                            <a:schemeClr val="dk1"/>
                          </a:solidFill>
                          <a:effectLst/>
                          <a:latin typeface="+mn-lt"/>
                          <a:ea typeface="+mn-ea"/>
                          <a:cs typeface="+mn-cs"/>
                        </a:rPr>
                        <a:t>coneixement</a:t>
                      </a:r>
                      <a:r>
                        <a:rPr lang="es-ES" sz="1400" b="1" i="0" u="none" strike="noStrike" kern="1200" dirty="0">
                          <a:solidFill>
                            <a:schemeClr val="dk1"/>
                          </a:solidFill>
                          <a:effectLst/>
                          <a:latin typeface="+mn-lt"/>
                          <a:ea typeface="+mn-ea"/>
                          <a:cs typeface="+mn-cs"/>
                        </a:rPr>
                        <a:t> </a:t>
                      </a:r>
                      <a:r>
                        <a:rPr lang="es-ES" sz="1400" b="1" i="0" u="none" strike="noStrike" kern="1200" dirty="0" err="1">
                          <a:solidFill>
                            <a:schemeClr val="dk1"/>
                          </a:solidFill>
                          <a:effectLst/>
                          <a:latin typeface="+mn-lt"/>
                          <a:ea typeface="+mn-ea"/>
                          <a:cs typeface="+mn-cs"/>
                        </a:rPr>
                        <a:t>didàctic</a:t>
                      </a:r>
                      <a:r>
                        <a:rPr lang="es-ES" sz="1400" b="1" i="0" u="none" strike="noStrike" kern="1200" dirty="0">
                          <a:solidFill>
                            <a:schemeClr val="dk1"/>
                          </a:solidFill>
                          <a:effectLst/>
                          <a:latin typeface="+mn-lt"/>
                          <a:ea typeface="+mn-ea"/>
                          <a:cs typeface="+mn-cs"/>
                        </a:rPr>
                        <a:t> de les disciplines </a:t>
                      </a:r>
                      <a:r>
                        <a:rPr lang="es-ES" sz="1400" b="1" i="0" u="none" strike="noStrike" kern="1200" dirty="0" err="1">
                          <a:solidFill>
                            <a:schemeClr val="dk1"/>
                          </a:solidFill>
                          <a:effectLst/>
                          <a:latin typeface="+mn-lt"/>
                          <a:ea typeface="+mn-ea"/>
                          <a:cs typeface="+mn-cs"/>
                        </a:rPr>
                        <a:t>científiques</a:t>
                      </a:r>
                      <a:r>
                        <a:rPr lang="es-ES" sz="1400" b="1" i="0" u="none" strike="noStrike" kern="1200" dirty="0">
                          <a:solidFill>
                            <a:schemeClr val="dk1"/>
                          </a:solidFill>
                          <a:effectLst/>
                          <a:latin typeface="+mn-lt"/>
                          <a:ea typeface="+mn-ea"/>
                          <a:cs typeface="+mn-cs"/>
                        </a:rPr>
                        <a:t>:</a:t>
                      </a:r>
                    </a:p>
                    <a:p>
                      <a:pPr rtl="0"/>
                      <a:r>
                        <a:rPr lang="es-ES" sz="1400" b="0" i="0" u="none" strike="noStrike" kern="1200" dirty="0">
                          <a:solidFill>
                            <a:schemeClr val="dk1"/>
                          </a:solidFill>
                          <a:effectLst/>
                          <a:latin typeface="+mn-lt"/>
                          <a:ea typeface="+mn-ea"/>
                          <a:cs typeface="+mn-cs"/>
                        </a:rPr>
                        <a:t>A partir de les </a:t>
                      </a:r>
                      <a:r>
                        <a:rPr lang="es-ES" sz="1400" b="0" i="0" u="none" strike="noStrike" kern="1200" dirty="0" err="1">
                          <a:solidFill>
                            <a:schemeClr val="dk1"/>
                          </a:solidFill>
                          <a:effectLst/>
                          <a:latin typeface="+mn-lt"/>
                          <a:ea typeface="+mn-ea"/>
                          <a:cs typeface="+mn-cs"/>
                        </a:rPr>
                        <a:t>activitats</a:t>
                      </a:r>
                      <a:r>
                        <a:rPr lang="es-ES" sz="1400" b="0" i="0" u="none" strike="noStrike" kern="1200" dirty="0">
                          <a:solidFill>
                            <a:schemeClr val="dk1"/>
                          </a:solidFill>
                          <a:effectLst/>
                          <a:latin typeface="+mn-lt"/>
                          <a:ea typeface="+mn-ea"/>
                          <a:cs typeface="+mn-cs"/>
                        </a:rPr>
                        <a:t> </a:t>
                      </a:r>
                      <a:r>
                        <a:rPr lang="es-ES" sz="1400" b="0" i="0" u="none" strike="noStrike" kern="1200" dirty="0" err="1">
                          <a:solidFill>
                            <a:schemeClr val="dk1"/>
                          </a:solidFill>
                          <a:effectLst/>
                          <a:latin typeface="+mn-lt"/>
                          <a:ea typeface="+mn-ea"/>
                          <a:cs typeface="+mn-cs"/>
                        </a:rPr>
                        <a:t>lliurades</a:t>
                      </a:r>
                      <a:r>
                        <a:rPr lang="es-ES" sz="1400" b="0" i="0" u="none" strike="noStrike" kern="1200" dirty="0">
                          <a:solidFill>
                            <a:schemeClr val="dk1"/>
                          </a:solidFill>
                          <a:effectLst/>
                          <a:latin typeface="+mn-lt"/>
                          <a:ea typeface="+mn-ea"/>
                          <a:cs typeface="+mn-cs"/>
                        </a:rPr>
                        <a:t>  a cada disciplina.</a:t>
                      </a:r>
                      <a:endParaRPr lang="es-ES" sz="1400" b="0" dirty="0">
                        <a:effectLst/>
                      </a:endParaRPr>
                    </a:p>
                  </a:txBody>
                  <a:tcPr marL="91438" marR="91438" marT="45709" marB="45709">
                    <a:solidFill>
                      <a:schemeClr val="accent1">
                        <a:lumMod val="20000"/>
                        <a:lumOff val="80000"/>
                      </a:schemeClr>
                    </a:solidFill>
                  </a:tcPr>
                </a:tc>
                <a:extLst>
                  <a:ext uri="{0D108BD9-81ED-4DB2-BD59-A6C34878D82A}">
                    <a16:rowId xmlns:a16="http://schemas.microsoft.com/office/drawing/2014/main" val="10003"/>
                  </a:ext>
                </a:extLst>
              </a:tr>
            </a:tbl>
          </a:graphicData>
        </a:graphic>
      </p:graphicFrame>
      <p:sp>
        <p:nvSpPr>
          <p:cNvPr id="15380" name="AutoShape 22">
            <a:extLst>
              <a:ext uri="{FF2B5EF4-FFF2-40B4-BE49-F238E27FC236}">
                <a16:creationId xmlns:a16="http://schemas.microsoft.com/office/drawing/2014/main" id="{927C62E9-82EE-B2D3-2829-12A275D4FC6C}"/>
              </a:ext>
            </a:extLst>
          </p:cNvPr>
          <p:cNvSpPr>
            <a:spLocks noChangeArrowheads="1"/>
          </p:cNvSpPr>
          <p:nvPr/>
        </p:nvSpPr>
        <p:spPr bwMode="auto">
          <a:xfrm>
            <a:off x="250825" y="260350"/>
            <a:ext cx="8642350" cy="6337300"/>
          </a:xfrm>
          <a:prstGeom prst="roundRect">
            <a:avLst>
              <a:gd name="adj" fmla="val 5134"/>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ca-ES" altLang="ca-ES" sz="1800">
              <a:latin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AutoShape 3">
            <a:extLst>
              <a:ext uri="{FF2B5EF4-FFF2-40B4-BE49-F238E27FC236}">
                <a16:creationId xmlns:a16="http://schemas.microsoft.com/office/drawing/2014/main" id="{A0A54CDB-891C-0EF1-8ED9-3B945806E0BC}"/>
              </a:ext>
            </a:extLst>
          </p:cNvPr>
          <p:cNvSpPr>
            <a:spLocks noChangeArrowheads="1"/>
          </p:cNvSpPr>
          <p:nvPr/>
        </p:nvSpPr>
        <p:spPr bwMode="auto">
          <a:xfrm>
            <a:off x="250825" y="260350"/>
            <a:ext cx="8642350" cy="6337300"/>
          </a:xfrm>
          <a:prstGeom prst="roundRect">
            <a:avLst>
              <a:gd name="adj" fmla="val 5134"/>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ca-ES" altLang="ca-ES" sz="1800">
              <a:latin typeface="Arial" panose="020B0604020202020204" pitchFamily="34" charset="0"/>
            </a:endParaRPr>
          </a:p>
        </p:txBody>
      </p:sp>
      <p:sp>
        <p:nvSpPr>
          <p:cNvPr id="16387" name="Text Box 4">
            <a:extLst>
              <a:ext uri="{FF2B5EF4-FFF2-40B4-BE49-F238E27FC236}">
                <a16:creationId xmlns:a16="http://schemas.microsoft.com/office/drawing/2014/main" id="{929E4953-364C-1185-2974-7C74E348AEB0}"/>
              </a:ext>
            </a:extLst>
          </p:cNvPr>
          <p:cNvSpPr txBox="1">
            <a:spLocks noChangeArrowheads="1"/>
          </p:cNvSpPr>
          <p:nvPr/>
        </p:nvSpPr>
        <p:spPr bwMode="auto">
          <a:xfrm>
            <a:off x="2339975" y="1268413"/>
            <a:ext cx="4895850" cy="228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endParaRPr lang="ca-ES" altLang="ca-ES" sz="3600">
              <a:latin typeface="Century Gothic" panose="020B0502020202020204" pitchFamily="34" charset="0"/>
            </a:endParaRPr>
          </a:p>
          <a:p>
            <a:pPr algn="ctr">
              <a:spcBef>
                <a:spcPct val="50000"/>
              </a:spcBef>
              <a:buFontTx/>
              <a:buNone/>
            </a:pPr>
            <a:r>
              <a:rPr lang="ca-ES" altLang="ca-ES" sz="2400">
                <a:latin typeface="Century Gothic" panose="020B0502020202020204" pitchFamily="34" charset="0"/>
              </a:rPr>
              <a:t>Gràcies i</a:t>
            </a:r>
            <a:r>
              <a:rPr lang="ca-ES" altLang="ca-ES" sz="3600">
                <a:latin typeface="Century Gothic" panose="020B0502020202020204" pitchFamily="34" charset="0"/>
              </a:rPr>
              <a:t> </a:t>
            </a:r>
          </a:p>
          <a:p>
            <a:pPr algn="ctr">
              <a:spcBef>
                <a:spcPct val="50000"/>
              </a:spcBef>
              <a:buFontTx/>
              <a:buNone/>
            </a:pPr>
            <a:r>
              <a:rPr lang="ca-ES" altLang="ca-ES" sz="3600">
                <a:latin typeface="Century Gothic" panose="020B0502020202020204" pitchFamily="34" charset="0"/>
              </a:rPr>
              <a:t>Bon curs a tothom!</a:t>
            </a:r>
            <a:endParaRPr lang="es-ES" altLang="ca-ES" sz="3600">
              <a:latin typeface="Century Gothic" panose="020B0502020202020204" pitchFamily="34" charset="0"/>
            </a:endParaRPr>
          </a:p>
        </p:txBody>
      </p:sp>
      <p:pic>
        <p:nvPicPr>
          <p:cNvPr id="16388" name="Picture 6" descr="Resultat d'imatges de pencil">
            <a:extLst>
              <a:ext uri="{FF2B5EF4-FFF2-40B4-BE49-F238E27FC236}">
                <a16:creationId xmlns:a16="http://schemas.microsoft.com/office/drawing/2014/main" id="{445FCF47-3470-C9C5-2DA7-893B7B2124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4729" b="38429"/>
          <a:stretch>
            <a:fillRect/>
          </a:stretch>
        </p:blipFill>
        <p:spPr bwMode="auto">
          <a:xfrm>
            <a:off x="1403350" y="3933825"/>
            <a:ext cx="6624638" cy="251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839</TotalTime>
  <Words>964</Words>
  <Application>Microsoft Office PowerPoint</Application>
  <PresentationFormat>Presentació en pantalla (4:3)</PresentationFormat>
  <Paragraphs>115</Paragraphs>
  <Slides>15</Slides>
  <Notes>7</Notes>
  <HiddenSlides>0</HiddenSlides>
  <MMClips>0</MMClips>
  <ScaleCrop>false</ScaleCrop>
  <HeadingPairs>
    <vt:vector size="6" baseType="variant">
      <vt:variant>
        <vt:lpstr>Tipus de lletra utilitzats</vt:lpstr>
      </vt:variant>
      <vt:variant>
        <vt:i4>5</vt:i4>
      </vt:variant>
      <vt:variant>
        <vt:lpstr>Tema</vt:lpstr>
      </vt:variant>
      <vt:variant>
        <vt:i4>1</vt:i4>
      </vt:variant>
      <vt:variant>
        <vt:lpstr>Títols de les diapositives</vt:lpstr>
      </vt:variant>
      <vt:variant>
        <vt:i4>15</vt:i4>
      </vt:variant>
    </vt:vector>
  </HeadingPairs>
  <TitlesOfParts>
    <vt:vector size="21" baseType="lpstr">
      <vt:lpstr>Arial</vt:lpstr>
      <vt:lpstr>Calibri</vt:lpstr>
      <vt:lpstr>Wingdings 2</vt:lpstr>
      <vt:lpstr>Century Gothic</vt:lpstr>
      <vt:lpstr>Wingdings</vt:lpstr>
      <vt:lpstr>Tema de Office</vt:lpstr>
      <vt:lpstr>Complements per a la formació disciplinar</vt:lpstr>
      <vt:lpstr>Presentació del PowerPoint</vt:lpstr>
      <vt:lpstr>Presentació del PowerPoint</vt:lpstr>
      <vt:lpstr>Presentació del PowerPoint</vt:lpstr>
      <vt:lpstr>Presentació del PowerPoint</vt:lpstr>
      <vt:lpstr>Presentació del PowerPoint</vt:lpstr>
      <vt:lpstr>Presentació del PowerPoint</vt:lpstr>
      <vt:lpstr>Presentació del PowerPoint</vt:lpstr>
      <vt:lpstr>Presentació del PowerPoint</vt:lpstr>
      <vt:lpstr>Presentació del PowerPoint</vt:lpstr>
      <vt:lpstr>Presentació del PowerPoint</vt:lpstr>
      <vt:lpstr>Presentació del PowerPoint</vt:lpstr>
      <vt:lpstr>Presentació del PowerPoint</vt:lpstr>
      <vt:lpstr>Presentació del PowerPoint</vt:lpstr>
      <vt:lpstr>Presentació del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Complements per a la formació disciplinar</dc:title>
  <dc:creator>gsca</dc:creator>
  <cp:lastModifiedBy>Muñoz Báguena, Xavier</cp:lastModifiedBy>
  <cp:revision>80</cp:revision>
  <dcterms:created xsi:type="dcterms:W3CDTF">2012-09-25T16:00:12Z</dcterms:created>
  <dcterms:modified xsi:type="dcterms:W3CDTF">2025-10-08T17:33:27Z</dcterms:modified>
</cp:coreProperties>
</file>