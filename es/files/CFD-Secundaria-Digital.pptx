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h5Su7Lj3m6trt9QRP76GXrv3G9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4" Type="http://schemas.openxmlformats.org/officeDocument/2006/relationships/slide" Target="slides/slide2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11296609" y="621762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pf.edu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uiesbibtic.upf.edu/contrasenya-upf/activacio-2f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>
            <a:spLocks noGrp="1"/>
          </p:cNvSpPr>
          <p:nvPr>
            <p:ph type="ctrTitle"/>
          </p:nvPr>
        </p:nvSpPr>
        <p:spPr>
          <a:xfrm>
            <a:off x="819149" y="800098"/>
            <a:ext cx="10341429" cy="375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s-ES"/>
              <a:t>Aula Global</a:t>
            </a:r>
            <a:br>
              <a:rPr lang="es-ES"/>
            </a:br>
            <a:r>
              <a:rPr lang="es-ES"/>
              <a:t>Competència digital </a:t>
            </a:r>
            <a:br>
              <a:rPr lang="es-ES" sz="500"/>
            </a:br>
            <a:br>
              <a:rPr lang="es-ES" sz="500"/>
            </a:br>
            <a:br>
              <a:rPr lang="es-ES" sz="500"/>
            </a:br>
            <a:br>
              <a:rPr lang="es-ES" sz="500"/>
            </a:br>
            <a:br>
              <a:rPr lang="es-ES" sz="500"/>
            </a:br>
            <a:br>
              <a:rPr lang="es-ES" sz="500"/>
            </a:br>
            <a:br>
              <a:rPr lang="es-ES" sz="500"/>
            </a:br>
            <a:r>
              <a:rPr lang="es-ES" sz="4000"/>
              <a:t>(Màster en Formació del Professorat. </a:t>
            </a:r>
            <a:br>
              <a:rPr lang="es-ES" sz="4000"/>
            </a:br>
            <a:r>
              <a:rPr lang="es-ES" sz="4000"/>
              <a:t>Especialitat Ciències Naturals)</a:t>
            </a:r>
            <a:br>
              <a:rPr lang="es-ES" sz="4000"/>
            </a:br>
            <a:r>
              <a:rPr lang="es-ES"/>
              <a:t> </a:t>
            </a:r>
            <a:endParaRPr/>
          </a:p>
        </p:txBody>
      </p:sp>
      <p:sp>
        <p:nvSpPr>
          <p:cNvPr id="164" name="Google Shape;164;p1"/>
          <p:cNvSpPr txBox="1">
            <a:spLocks noGrp="1"/>
          </p:cNvSpPr>
          <p:nvPr>
            <p:ph type="subTitle" idx="1"/>
          </p:nvPr>
        </p:nvSpPr>
        <p:spPr>
          <a:xfrm>
            <a:off x="1417864" y="52022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Curs 2025 - 2026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Competència digital</a:t>
            </a:r>
            <a:endParaRPr/>
          </a:p>
        </p:txBody>
      </p:sp>
      <p:sp>
        <p:nvSpPr>
          <p:cNvPr id="170" name="Google Shape;170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305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/>
              <a:t>L’objectiu de la competència digital és proporcionar els coneixements necessaris per localitzar, avaluar, utilitzar i comunicar la informació de qualsevol dels àmbits d’especialització de la UPF, utilitzant de manera eficient les TIC (Tecnologies de la Informació i la Comunicació) que tens a la teva disposició.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71" name="Google Shape;17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54979"/>
            <a:ext cx="110490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Competència digital</a:t>
            </a:r>
            <a:endParaRPr/>
          </a:p>
        </p:txBody>
      </p:sp>
      <p:sp>
        <p:nvSpPr>
          <p:cNvPr id="177" name="Google Shape;177;p3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723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 dirty="0" err="1"/>
              <a:t>Els</a:t>
            </a:r>
            <a:r>
              <a:rPr lang="es-ES" sz="2400" dirty="0"/>
              <a:t> </a:t>
            </a:r>
            <a:r>
              <a:rPr lang="es-ES" sz="2400" dirty="0" err="1"/>
              <a:t>materials</a:t>
            </a:r>
            <a:r>
              <a:rPr lang="es-ES" sz="2400" dirty="0"/>
              <a:t> </a:t>
            </a:r>
            <a:r>
              <a:rPr lang="es-ES" sz="2400" dirty="0" err="1"/>
              <a:t>són</a:t>
            </a:r>
            <a:r>
              <a:rPr lang="es-ES" sz="2400" dirty="0"/>
              <a:t> en </a:t>
            </a:r>
            <a:r>
              <a:rPr lang="es-ES" sz="2400" dirty="0" err="1"/>
              <a:t>línia</a:t>
            </a:r>
            <a:r>
              <a:rPr lang="es-ES" sz="2400" dirty="0"/>
              <a:t>, Aula Global </a:t>
            </a:r>
            <a:r>
              <a:rPr lang="es-ES" sz="2400" i="1" dirty="0"/>
              <a:t>2025 - </a:t>
            </a:r>
            <a:r>
              <a:rPr lang="es-ES" sz="2400" i="1" dirty="0" err="1"/>
              <a:t>Competència</a:t>
            </a:r>
            <a:r>
              <a:rPr lang="es-ES" sz="2400" i="1" dirty="0"/>
              <a:t> digital (</a:t>
            </a:r>
            <a:r>
              <a:rPr lang="es-ES" sz="2400" i="1" dirty="0" err="1"/>
              <a:t>Màster</a:t>
            </a:r>
            <a:r>
              <a:rPr lang="es-ES" sz="2400" i="1" dirty="0"/>
              <a:t> en </a:t>
            </a:r>
            <a:r>
              <a:rPr lang="es-ES" sz="2400" i="1" dirty="0" err="1"/>
              <a:t>Formació</a:t>
            </a:r>
            <a:r>
              <a:rPr lang="es-ES" sz="2400" i="1" dirty="0"/>
              <a:t> del </a:t>
            </a:r>
            <a:r>
              <a:rPr lang="es-ES" sz="2400" i="1" dirty="0" err="1"/>
              <a:t>professorat</a:t>
            </a:r>
            <a:r>
              <a:rPr lang="es-ES" sz="2400" i="1" dirty="0"/>
              <a:t> (</a:t>
            </a:r>
            <a:r>
              <a:rPr lang="es-ES" sz="2400" i="1" dirty="0" err="1"/>
              <a:t>especialitat</a:t>
            </a:r>
            <a:r>
              <a:rPr lang="es-ES" sz="2400" i="1" dirty="0"/>
              <a:t> </a:t>
            </a:r>
            <a:r>
              <a:rPr lang="es-ES" sz="2400" i="1" dirty="0" err="1"/>
              <a:t>Ciències</a:t>
            </a:r>
            <a:r>
              <a:rPr lang="es-ES" sz="2400" i="1" dirty="0"/>
              <a:t> </a:t>
            </a:r>
            <a:r>
              <a:rPr lang="es-ES" sz="2400" i="1" dirty="0" err="1"/>
              <a:t>Naturals</a:t>
            </a:r>
            <a:r>
              <a:rPr lang="es-ES" sz="2400" i="1" dirty="0"/>
              <a:t>)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 dirty="0" err="1"/>
              <a:t>Els</a:t>
            </a:r>
            <a:r>
              <a:rPr lang="es-ES" sz="2400" dirty="0"/>
              <a:t> </a:t>
            </a:r>
            <a:r>
              <a:rPr lang="es-ES" sz="2400" dirty="0" err="1"/>
              <a:t>continguts</a:t>
            </a:r>
            <a:r>
              <a:rPr lang="es-ES" sz="2400" dirty="0"/>
              <a:t> </a:t>
            </a:r>
            <a:r>
              <a:rPr lang="es-ES" sz="2400" dirty="0" err="1"/>
              <a:t>s’estructuren</a:t>
            </a:r>
            <a:r>
              <a:rPr lang="es-ES" sz="2400" dirty="0"/>
              <a:t> en: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dirty="0"/>
              <a:t>Recursos </a:t>
            </a:r>
            <a:r>
              <a:rPr lang="es-ES" dirty="0" err="1"/>
              <a:t>informàtics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dirty="0"/>
              <a:t>Recursos </a:t>
            </a:r>
            <a:r>
              <a:rPr lang="es-ES" dirty="0" err="1"/>
              <a:t>d’informació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dirty="0" err="1"/>
              <a:t>Com</a:t>
            </a:r>
            <a:r>
              <a:rPr lang="es-ES" dirty="0"/>
              <a:t> </a:t>
            </a:r>
            <a:r>
              <a:rPr lang="es-ES" dirty="0" err="1"/>
              <a:t>organitzar</a:t>
            </a:r>
            <a:r>
              <a:rPr lang="es-ES" dirty="0"/>
              <a:t> la </a:t>
            </a:r>
            <a:r>
              <a:rPr lang="es-ES" dirty="0" err="1"/>
              <a:t>informació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 dirty="0" err="1"/>
              <a:t>Activitat</a:t>
            </a:r>
            <a:r>
              <a:rPr lang="es-ES" sz="2400" dirty="0"/>
              <a:t> final </a:t>
            </a:r>
            <a:r>
              <a:rPr lang="es-ES" sz="2400" dirty="0" err="1"/>
              <a:t>obligatòria</a:t>
            </a:r>
            <a:r>
              <a:rPr lang="es-ES" sz="2400" dirty="0"/>
              <a:t>, </a:t>
            </a:r>
            <a:r>
              <a:rPr lang="es-ES" sz="2400" dirty="0" err="1"/>
              <a:t>comptarà</a:t>
            </a:r>
            <a:r>
              <a:rPr lang="es-ES" sz="2400" dirty="0"/>
              <a:t> un 10% en </a:t>
            </a:r>
            <a:r>
              <a:rPr lang="es-ES" sz="2400" dirty="0" err="1"/>
              <a:t>l’assignatura</a:t>
            </a:r>
            <a:r>
              <a:rPr lang="es-ES" sz="2400" dirty="0"/>
              <a:t> </a:t>
            </a:r>
            <a:r>
              <a:rPr lang="es-ES" sz="2400" i="1" dirty="0" err="1"/>
              <a:t>Complements</a:t>
            </a:r>
            <a:r>
              <a:rPr lang="es-ES" sz="2400" i="1" dirty="0"/>
              <a:t> per a la </a:t>
            </a:r>
            <a:r>
              <a:rPr lang="es-ES" sz="2400" i="1" dirty="0" err="1"/>
              <a:t>formació</a:t>
            </a:r>
            <a:r>
              <a:rPr lang="es-ES" sz="2400" i="1" dirty="0"/>
              <a:t> disciplinar…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 dirty="0" err="1"/>
              <a:t>Realització</a:t>
            </a:r>
            <a:r>
              <a:rPr lang="es-ES" sz="2400" dirty="0"/>
              <a:t> entre el 9 </a:t>
            </a:r>
            <a:r>
              <a:rPr lang="es-ES" sz="2400" dirty="0" err="1"/>
              <a:t>d’octubre</a:t>
            </a:r>
            <a:r>
              <a:rPr lang="es-ES" sz="2400" dirty="0"/>
              <a:t> i el 30 de </a:t>
            </a:r>
            <a:r>
              <a:rPr lang="es-ES" sz="2400" dirty="0" err="1"/>
              <a:t>novembre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 dirty="0" err="1"/>
              <a:t>Dedicació</a:t>
            </a:r>
            <a:r>
              <a:rPr lang="es-ES" sz="2400" dirty="0"/>
              <a:t> total estimada: 4 </a:t>
            </a:r>
            <a:r>
              <a:rPr lang="es-ES" sz="2400" dirty="0" err="1"/>
              <a:t>hores</a:t>
            </a:r>
            <a:r>
              <a:rPr lang="es-ES" sz="2400" dirty="0"/>
              <a:t> (no cal que </a:t>
            </a:r>
            <a:r>
              <a:rPr lang="es-ES" sz="2400" dirty="0" err="1"/>
              <a:t>siguin</a:t>
            </a:r>
            <a:r>
              <a:rPr lang="es-ES" sz="2400" dirty="0"/>
              <a:t> </a:t>
            </a:r>
            <a:r>
              <a:rPr lang="es-ES" sz="2400" dirty="0" err="1"/>
              <a:t>seguides</a:t>
            </a:r>
            <a:r>
              <a:rPr lang="es-ES" sz="2400" dirty="0"/>
              <a:t>)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 dirty="0" err="1"/>
              <a:t>Dubtes</a:t>
            </a:r>
            <a:r>
              <a:rPr lang="es-ES" sz="2400" dirty="0"/>
              <a:t> i </a:t>
            </a:r>
            <a:r>
              <a:rPr lang="es-ES" sz="2400" dirty="0" err="1"/>
              <a:t>ajuda</a:t>
            </a:r>
            <a:r>
              <a:rPr lang="es-ES" sz="2400" dirty="0"/>
              <a:t>: </a:t>
            </a:r>
            <a:r>
              <a:rPr lang="es-ES" sz="2400" dirty="0" err="1"/>
              <a:t>via</a:t>
            </a:r>
            <a:r>
              <a:rPr lang="es-ES" sz="2400" dirty="0"/>
              <a:t> CAU </a:t>
            </a:r>
            <a:r>
              <a:rPr lang="es-ES" sz="2400" dirty="0" err="1"/>
              <a:t>incorporat</a:t>
            </a:r>
            <a:r>
              <a:rPr lang="es-ES" sz="2400" dirty="0"/>
              <a:t> </a:t>
            </a:r>
            <a:r>
              <a:rPr lang="es-ES" sz="2400" dirty="0" err="1"/>
              <a:t>dins</a:t>
            </a:r>
            <a:r>
              <a:rPr lang="es-ES" sz="2400" dirty="0"/>
              <a:t> de </a:t>
            </a:r>
            <a:r>
              <a:rPr lang="es-ES" sz="2400" dirty="0" err="1"/>
              <a:t>l’Aula</a:t>
            </a:r>
            <a:endParaRPr sz="2400"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 txBox="1"/>
          <p:nvPr/>
        </p:nvSpPr>
        <p:spPr>
          <a:xfrm>
            <a:off x="1187200" y="3553733"/>
            <a:ext cx="10256400" cy="23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4B4A"/>
              </a:buClr>
              <a:buSzPts val="2400"/>
              <a:buFont typeface="Calibri"/>
              <a:buChar char="●"/>
            </a:pPr>
            <a:r>
              <a:rPr lang="es-E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Codi d’usuari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6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4B4A"/>
              </a:buClr>
              <a:buSzPts val="2400"/>
              <a:buFont typeface="Calibri"/>
              <a:buChar char="●"/>
            </a:pPr>
            <a:r>
              <a:rPr lang="es-E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Contrasenya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6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4B4A"/>
              </a:buClr>
              <a:buSzPts val="2400"/>
              <a:buFont typeface="Calibri"/>
              <a:buChar char="●"/>
            </a:pPr>
            <a:r>
              <a:rPr lang="es-E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Aplicació instal·lada a un dispositiu </a:t>
            </a:r>
            <a:r>
              <a:rPr lang="es-ES" sz="2400" b="1">
                <a:latin typeface="Calibri"/>
                <a:ea typeface="Calibri"/>
                <a:cs typeface="Calibri"/>
                <a:sym typeface="Calibri"/>
              </a:rPr>
              <a:t>mòbil</a:t>
            </a:r>
            <a:r>
              <a:rPr lang="es-E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que genera un codi numèric</a:t>
            </a:r>
            <a:r>
              <a:rPr lang="es-E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5"/>
          <p:cNvPicPr preferRelativeResize="0"/>
          <p:nvPr/>
        </p:nvPicPr>
        <p:blipFill rotWithShape="1">
          <a:blip r:embed="rId3">
            <a:alphaModFix/>
          </a:blip>
          <a:srcRect l="10618" b="9517"/>
          <a:stretch/>
        </p:blipFill>
        <p:spPr>
          <a:xfrm rot="3214120">
            <a:off x="404861" y="1621988"/>
            <a:ext cx="908310" cy="146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 txBox="1"/>
          <p:nvPr/>
        </p:nvSpPr>
        <p:spPr>
          <a:xfrm>
            <a:off x="1332933" y="1557000"/>
            <a:ext cx="10256400" cy="1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accedir a les </a:t>
            </a:r>
            <a:r>
              <a:rPr lang="es-E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aplicacions i serveis</a:t>
            </a:r>
            <a:r>
              <a:rPr lang="es-E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la Universitat, com el </a:t>
            </a:r>
            <a:r>
              <a:rPr lang="es-E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Campus Global</a:t>
            </a:r>
            <a:r>
              <a:rPr lang="es-E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(el portal personal de la UPF) o l’</a:t>
            </a:r>
            <a:r>
              <a:rPr lang="es-E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Aula Global </a:t>
            </a:r>
            <a:r>
              <a:rPr lang="es-E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(espai virtual d’aprenentatge per a cadascuna de les assignatures) </a:t>
            </a: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necessites</a:t>
            </a:r>
            <a:r>
              <a:rPr lang="es-E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1187200" y="527525"/>
            <a:ext cx="94419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 accedir als serveis TIC</a:t>
            </a: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64569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Com accedir als Serveis TIC</a:t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567890" y="1511166"/>
            <a:ext cx="342659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Accedeix a la web de la UPF </a:t>
            </a:r>
            <a:r>
              <a:rPr lang="es-ES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www.upf.edu</a:t>
            </a: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 clica a Campus Global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4771417" y="3059668"/>
            <a:ext cx="663409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Per saber el teu codi d’usuari clica l’opció “</a:t>
            </a:r>
            <a:r>
              <a:rPr lang="es-E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saps o no recordes el teu codi</a:t>
            </a: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Per assignar-te una contrasenya clica l’opció “</a:t>
            </a:r>
            <a:r>
              <a:rPr lang="es-ES"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Has oblidat la contrasenya</a:t>
            </a: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 </a:t>
            </a:r>
            <a:b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Rebràs un codi de recuperación de la contrasenya a l’adreça de correu que vas facilitar en el moment de la matrícula.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Activa l’autenticació de doble factor (2AF)</a:t>
            </a:r>
            <a:b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Introdueix l’usuari i la contrasenya a la pantalla d’accés a Campus Global i segueix les instruccions </a:t>
            </a:r>
            <a:r>
              <a:rPr lang="es-ES" sz="1800" b="0" i="0" u="sng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 activar l’autenticació de doble factor (2AF)</a:t>
            </a: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associant un dispositiu mòbil al teu compte.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4"/>
          <p:cNvPicPr preferRelativeResize="0"/>
          <p:nvPr/>
        </p:nvPicPr>
        <p:blipFill rotWithShape="1">
          <a:blip r:embed="rId5">
            <a:alphaModFix/>
          </a:blip>
          <a:srcRect l="18733" t="9193" r="20511" b="72366"/>
          <a:stretch/>
        </p:blipFill>
        <p:spPr>
          <a:xfrm>
            <a:off x="4580164" y="1428750"/>
            <a:ext cx="6825343" cy="116530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"/>
          <p:cNvSpPr/>
          <p:nvPr/>
        </p:nvSpPr>
        <p:spPr>
          <a:xfrm>
            <a:off x="10427683" y="1320399"/>
            <a:ext cx="1193532" cy="529390"/>
          </a:xfrm>
          <a:prstGeom prst="ellipse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6">
            <a:alphaModFix/>
          </a:blip>
          <a:srcRect l="39643" t="22532" r="40073" b="36861"/>
          <a:stretch/>
        </p:blipFill>
        <p:spPr>
          <a:xfrm>
            <a:off x="567890" y="2874602"/>
            <a:ext cx="3128722" cy="352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355</Words>
  <Application>Microsoft Office PowerPoint</Application>
  <PresentationFormat>Pantalla panoràmica</PresentationFormat>
  <Paragraphs>27</Paragraphs>
  <Slides>5</Slides>
  <Notes>5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2</vt:i4>
      </vt:variant>
      <vt:variant>
        <vt:lpstr>Tema</vt:lpstr>
      </vt:variant>
      <vt:variant>
        <vt:i4>2</vt:i4>
      </vt:variant>
      <vt:variant>
        <vt:lpstr>Títols de les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Tema de Office</vt:lpstr>
      <vt:lpstr>1_Tema de Office</vt:lpstr>
      <vt:lpstr>Aula Global Competència digital        (Màster en Formació del Professorat.  Especialitat Ciències Naturals)  </vt:lpstr>
      <vt:lpstr>Competència digital</vt:lpstr>
      <vt:lpstr>Competència digital</vt:lpstr>
      <vt:lpstr>Presentació del PowerPoint</vt:lpstr>
      <vt:lpstr>Com accedir als Serveis TIC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Global Competència digital        (Màster en Formació del Professorat.  Especialitat Ciències Naturals)</dc:title>
  <dc:creator>u44117</dc:creator>
  <cp:lastModifiedBy>Muñoz Báguena, Xavier</cp:lastModifiedBy>
  <cp:revision>1</cp:revision>
  <dcterms:created xsi:type="dcterms:W3CDTF">2018-09-18T13:38:47Z</dcterms:created>
  <dcterms:modified xsi:type="dcterms:W3CDTF">2025-10-08T17:21:01Z</dcterms:modified>
</cp:coreProperties>
</file>